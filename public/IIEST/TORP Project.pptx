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4.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4.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10.png" ContentType="image/pn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9.png" ContentType="image/png"/>
  <Override PartName="/ppt/media/image7.png" ContentType="image/png"/>
  <Override PartName="/ppt/media/image8.png" ContentType="image/png"/>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2"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4.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hyperlink" Target="https://bit.ly/3A1uf1Q" TargetMode="External"/><Relationship Id="rId4" Type="http://schemas.openxmlformats.org/officeDocument/2006/relationships/hyperlink" Target="http://bit.ly/2TtBDfr" TargetMode="Externa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pic>
        <p:nvPicPr>
          <p:cNvPr id="0" name="Google Shape;9;p2" descr=""/>
          <p:cNvPicPr/>
          <p:nvPr/>
        </p:nvPicPr>
        <p:blipFill>
          <a:blip r:embed="rId2"/>
          <a:stretch/>
        </p:blipFill>
        <p:spPr>
          <a:xfrm>
            <a:off x="0" y="0"/>
            <a:ext cx="9143640" cy="5143320"/>
          </a:xfrm>
          <a:prstGeom prst="rect">
            <a:avLst/>
          </a:prstGeom>
          <a:noFill/>
          <a:ln w="0">
            <a:noFill/>
          </a:ln>
        </p:spPr>
      </p:pic>
      <p:cxnSp>
        <p:nvCxnSpPr>
          <p:cNvPr id="1" name="Google Shape;10;p2"/>
          <p:cNvCxnSpPr/>
          <p:nvPr/>
        </p:nvCxnSpPr>
        <p:spPr>
          <a:xfrm>
            <a:off x="0" y="5021640"/>
            <a:ext cx="9144360" cy="360"/>
          </a:xfrm>
          <a:prstGeom prst="straightConnector1">
            <a:avLst/>
          </a:prstGeom>
          <a:ln w="9525">
            <a:solidFill>
              <a:srgbClr val="000000"/>
            </a:solidFill>
            <a:round/>
          </a:ln>
        </p:spPr>
      </p:cxnSp>
      <p:sp>
        <p:nvSpPr>
          <p:cNvPr id="2" name="PlaceHolder 1"/>
          <p:cNvSpPr>
            <a:spLocks noGrp="1"/>
          </p:cNvSpPr>
          <p:nvPr>
            <p:ph type="title"/>
          </p:nvPr>
        </p:nvSpPr>
        <p:spPr>
          <a:xfrm>
            <a:off x="228600" y="1713240"/>
            <a:ext cx="7600680" cy="2899800"/>
          </a:xfrm>
          <a:prstGeom prst="rect">
            <a:avLst/>
          </a:prstGeom>
          <a:noFill/>
          <a:ln w="0">
            <a:noFill/>
          </a:ln>
        </p:spPr>
        <p:txBody>
          <a:bodyPr lIns="91440" rIns="91440" tIns="91440" bIns="91440" anchor="t">
            <a:noAutofit/>
          </a:bodyPr>
          <a:p>
            <a:pPr indent="0">
              <a:buNone/>
            </a:pPr>
            <a:r>
              <a:rPr b="0" lang="fr-FR" sz="6500" strike="noStrike" u="none">
                <a:solidFill>
                  <a:schemeClr val="dk1"/>
                </a:solidFill>
                <a:effectLst/>
                <a:uFillTx/>
                <a:latin typeface="Arial"/>
              </a:rPr>
              <a:t>Click to edit the title text format</a:t>
            </a:r>
            <a:endParaRPr b="0" lang="fr-FR" sz="6500" strike="noStrike" u="none">
              <a:solidFill>
                <a:schemeClr val="dk1"/>
              </a:solidFill>
              <a:effectLst/>
              <a:uFillTx/>
              <a:latin typeface="Aria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pic>
        <p:nvPicPr>
          <p:cNvPr id="4" name="Google Shape;54;p11" descr=""/>
          <p:cNvPicPr/>
          <p:nvPr/>
        </p:nvPicPr>
        <p:blipFill>
          <a:blip r:embed="rId2"/>
          <a:stretch/>
        </p:blipFill>
        <p:spPr>
          <a:xfrm flipH="1">
            <a:off x="360" y="0"/>
            <a:ext cx="9143640" cy="5143320"/>
          </a:xfrm>
          <a:prstGeom prst="rect">
            <a:avLst/>
          </a:prstGeom>
          <a:noFill/>
          <a:ln w="0">
            <a:noFill/>
          </a:ln>
        </p:spPr>
      </p:pic>
      <p:cxnSp>
        <p:nvCxnSpPr>
          <p:cNvPr id="5" name="Google Shape;55;p11"/>
          <p:cNvCxnSpPr/>
          <p:nvPr/>
        </p:nvCxnSpPr>
        <p:spPr>
          <a:xfrm>
            <a:off x="0" y="5021640"/>
            <a:ext cx="9144360" cy="360"/>
          </a:xfrm>
          <a:prstGeom prst="straightConnector1">
            <a:avLst/>
          </a:prstGeom>
          <a:ln w="9525">
            <a:solidFill>
              <a:srgbClr val="000000"/>
            </a:solidFill>
            <a:round/>
          </a:ln>
        </p:spPr>
      </p:cxnSp>
      <p:sp>
        <p:nvSpPr>
          <p:cNvPr id="6" name="PlaceHolder 1"/>
          <p:cNvSpPr>
            <a:spLocks noGrp="1"/>
          </p:cNvSpPr>
          <p:nvPr>
            <p:ph type="title"/>
          </p:nvPr>
        </p:nvSpPr>
        <p:spPr>
          <a:xfrm>
            <a:off x="1284120" y="1288080"/>
            <a:ext cx="6575760" cy="1526400"/>
          </a:xfrm>
          <a:prstGeom prst="rect">
            <a:avLst/>
          </a:prstGeom>
          <a:noFill/>
          <a:ln w="0">
            <a:noFill/>
          </a:ln>
        </p:spPr>
        <p:txBody>
          <a:bodyPr lIns="91440" rIns="91440" tIns="91440" bIns="91440" anchor="b">
            <a:noAutofit/>
          </a:bodyPr>
          <a:p>
            <a:pPr indent="0" algn="ctr">
              <a:lnSpc>
                <a:spcPct val="100000"/>
              </a:lnSpc>
              <a:buNone/>
            </a:pPr>
            <a:r>
              <a:rPr b="0" lang="fr-FR" sz="6000" strike="noStrike" u="none">
                <a:solidFill>
                  <a:schemeClr val="dk1"/>
                </a:solidFill>
                <a:effectLst/>
                <a:uFillTx/>
                <a:latin typeface="Hubot Sans Medium"/>
                <a:ea typeface="Hubot Sans Medium"/>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pic>
        <p:nvPicPr>
          <p:cNvPr id="7" name="Google Shape;60;p13" descr=""/>
          <p:cNvPicPr/>
          <p:nvPr/>
        </p:nvPicPr>
        <p:blipFill>
          <a:blip r:embed="rId2"/>
          <a:stretch/>
        </p:blipFill>
        <p:spPr>
          <a:xfrm flipH="1">
            <a:off x="360" y="0"/>
            <a:ext cx="9143640" cy="5143320"/>
          </a:xfrm>
          <a:prstGeom prst="rect">
            <a:avLst/>
          </a:prstGeom>
          <a:noFill/>
          <a:ln w="0">
            <a:noFill/>
          </a:ln>
        </p:spPr>
      </p:pic>
      <p:cxnSp>
        <p:nvCxnSpPr>
          <p:cNvPr id="8" name="Google Shape;61;p13"/>
          <p:cNvCxnSpPr/>
          <p:nvPr/>
        </p:nvCxnSpPr>
        <p:spPr>
          <a:xfrm>
            <a:off x="0" y="5021640"/>
            <a:ext cx="9144360" cy="360"/>
          </a:xfrm>
          <a:prstGeom prst="straightConnector1">
            <a:avLst/>
          </a:prstGeom>
          <a:ln w="9525">
            <a:solidFill>
              <a:srgbClr val="000000"/>
            </a:solidFill>
            <a:round/>
          </a:ln>
        </p:spPr>
      </p:cxnSp>
      <p:sp>
        <p:nvSpPr>
          <p:cNvPr id="9" name="PlaceHolder 1"/>
          <p:cNvSpPr>
            <a:spLocks noGrp="1"/>
          </p:cNvSpPr>
          <p:nvPr>
            <p:ph type="title"/>
          </p:nvPr>
        </p:nvSpPr>
        <p:spPr>
          <a:xfrm>
            <a:off x="228600" y="1879200"/>
            <a:ext cx="2500200" cy="13849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10" name="PlaceHolder 2"/>
          <p:cNvSpPr>
            <a:spLocks noGrp="1"/>
          </p:cNvSpPr>
          <p:nvPr>
            <p:ph type="title"/>
          </p:nvPr>
        </p:nvSpPr>
        <p:spPr>
          <a:xfrm>
            <a:off x="3206880" y="497520"/>
            <a:ext cx="909720" cy="553680"/>
          </a:xfrm>
          <a:prstGeom prst="rect">
            <a:avLst/>
          </a:prstGeom>
          <a:noFill/>
          <a:ln w="0">
            <a:noFill/>
          </a:ln>
        </p:spPr>
        <p:txBody>
          <a:bodyPr lIns="91440" rIns="91440" tIns="91440" bIns="91440" anchor="b">
            <a:noAutofit/>
          </a:bodyPr>
          <a:p>
            <a:pPr indent="0">
              <a:lnSpc>
                <a:spcPct val="100000"/>
              </a:lnSpc>
              <a:buNone/>
            </a:pPr>
            <a:r>
              <a:rPr b="0" lang="fr-FR" sz="2400" strike="noStrike" u="none">
                <a:solidFill>
                  <a:schemeClr val="dk1"/>
                </a:solidFill>
                <a:effectLst/>
                <a:uFillTx/>
                <a:latin typeface="Hubot Sans Medium"/>
                <a:ea typeface="Hubot Sans Medium"/>
              </a:rPr>
              <a:t>xx%</a:t>
            </a:r>
            <a:endParaRPr b="0" lang="fr-FR" sz="2400" strike="noStrike" u="none">
              <a:solidFill>
                <a:schemeClr val="dk1"/>
              </a:solidFill>
              <a:effectLst/>
              <a:uFillTx/>
              <a:latin typeface="Arial"/>
            </a:endParaRPr>
          </a:p>
        </p:txBody>
      </p:sp>
      <p:sp>
        <p:nvSpPr>
          <p:cNvPr id="11" name="PlaceHolder 3"/>
          <p:cNvSpPr>
            <a:spLocks noGrp="1"/>
          </p:cNvSpPr>
          <p:nvPr>
            <p:ph type="title"/>
          </p:nvPr>
        </p:nvSpPr>
        <p:spPr>
          <a:xfrm>
            <a:off x="6061320" y="497520"/>
            <a:ext cx="909720" cy="553680"/>
          </a:xfrm>
          <a:prstGeom prst="rect">
            <a:avLst/>
          </a:prstGeom>
          <a:noFill/>
          <a:ln w="0">
            <a:noFill/>
          </a:ln>
        </p:spPr>
        <p:txBody>
          <a:bodyPr lIns="91440" rIns="91440" tIns="91440" bIns="91440" anchor="b">
            <a:noAutofit/>
          </a:bodyPr>
          <a:p>
            <a:pPr indent="0">
              <a:lnSpc>
                <a:spcPct val="100000"/>
              </a:lnSpc>
              <a:buNone/>
            </a:pPr>
            <a:r>
              <a:rPr b="0" lang="fr-FR" sz="2400" strike="noStrike" u="none">
                <a:solidFill>
                  <a:schemeClr val="dk1"/>
                </a:solidFill>
                <a:effectLst/>
                <a:uFillTx/>
                <a:latin typeface="Hubot Sans Medium"/>
                <a:ea typeface="Hubot Sans Medium"/>
              </a:rPr>
              <a:t>xx%</a:t>
            </a:r>
            <a:endParaRPr b="0" lang="fr-FR" sz="2400" strike="noStrike" u="none">
              <a:solidFill>
                <a:schemeClr val="dk1"/>
              </a:solidFill>
              <a:effectLst/>
              <a:uFillTx/>
              <a:latin typeface="Arial"/>
            </a:endParaRPr>
          </a:p>
        </p:txBody>
      </p:sp>
      <p:sp>
        <p:nvSpPr>
          <p:cNvPr id="12" name="PlaceHolder 4"/>
          <p:cNvSpPr>
            <a:spLocks noGrp="1"/>
          </p:cNvSpPr>
          <p:nvPr>
            <p:ph type="title"/>
          </p:nvPr>
        </p:nvSpPr>
        <p:spPr>
          <a:xfrm>
            <a:off x="3206880" y="1996200"/>
            <a:ext cx="909720" cy="553680"/>
          </a:xfrm>
          <a:prstGeom prst="rect">
            <a:avLst/>
          </a:prstGeom>
          <a:noFill/>
          <a:ln w="0">
            <a:noFill/>
          </a:ln>
        </p:spPr>
        <p:txBody>
          <a:bodyPr lIns="91440" rIns="91440" tIns="91440" bIns="91440" anchor="b">
            <a:noAutofit/>
          </a:bodyPr>
          <a:p>
            <a:pPr indent="0">
              <a:lnSpc>
                <a:spcPct val="100000"/>
              </a:lnSpc>
              <a:buNone/>
            </a:pPr>
            <a:r>
              <a:rPr b="0" lang="fr-FR" sz="2400" strike="noStrike" u="none">
                <a:solidFill>
                  <a:schemeClr val="dk1"/>
                </a:solidFill>
                <a:effectLst/>
                <a:uFillTx/>
                <a:latin typeface="Hubot Sans Medium"/>
                <a:ea typeface="Hubot Sans Medium"/>
              </a:rPr>
              <a:t>xx%</a:t>
            </a:r>
            <a:endParaRPr b="0" lang="fr-FR" sz="2400" strike="noStrike" u="none">
              <a:solidFill>
                <a:schemeClr val="dk1"/>
              </a:solidFill>
              <a:effectLst/>
              <a:uFillTx/>
              <a:latin typeface="Arial"/>
            </a:endParaRPr>
          </a:p>
        </p:txBody>
      </p:sp>
      <p:sp>
        <p:nvSpPr>
          <p:cNvPr id="13" name="PlaceHolder 5"/>
          <p:cNvSpPr>
            <a:spLocks noGrp="1"/>
          </p:cNvSpPr>
          <p:nvPr>
            <p:ph type="title"/>
          </p:nvPr>
        </p:nvSpPr>
        <p:spPr>
          <a:xfrm>
            <a:off x="6061320" y="1996200"/>
            <a:ext cx="909720" cy="553680"/>
          </a:xfrm>
          <a:prstGeom prst="rect">
            <a:avLst/>
          </a:prstGeom>
          <a:noFill/>
          <a:ln w="0">
            <a:noFill/>
          </a:ln>
        </p:spPr>
        <p:txBody>
          <a:bodyPr lIns="91440" rIns="91440" tIns="91440" bIns="91440" anchor="b">
            <a:noAutofit/>
          </a:bodyPr>
          <a:p>
            <a:pPr indent="0">
              <a:lnSpc>
                <a:spcPct val="100000"/>
              </a:lnSpc>
              <a:buNone/>
            </a:pPr>
            <a:r>
              <a:rPr b="0" lang="fr-FR" sz="2400" strike="noStrike" u="none">
                <a:solidFill>
                  <a:schemeClr val="dk1"/>
                </a:solidFill>
                <a:effectLst/>
                <a:uFillTx/>
                <a:latin typeface="Hubot Sans Medium"/>
                <a:ea typeface="Hubot Sans Medium"/>
              </a:rPr>
              <a:t>xx%</a:t>
            </a:r>
            <a:endParaRPr b="0" lang="fr-FR" sz="2400" strike="noStrike" u="none">
              <a:solidFill>
                <a:schemeClr val="dk1"/>
              </a:solidFill>
              <a:effectLst/>
              <a:uFillTx/>
              <a:latin typeface="Arial"/>
            </a:endParaRPr>
          </a:p>
        </p:txBody>
      </p:sp>
      <p:sp>
        <p:nvSpPr>
          <p:cNvPr id="14" name="PlaceHolder 6"/>
          <p:cNvSpPr>
            <a:spLocks noGrp="1"/>
          </p:cNvSpPr>
          <p:nvPr>
            <p:ph type="title"/>
          </p:nvPr>
        </p:nvSpPr>
        <p:spPr>
          <a:xfrm>
            <a:off x="3206880" y="3494880"/>
            <a:ext cx="909720" cy="553680"/>
          </a:xfrm>
          <a:prstGeom prst="rect">
            <a:avLst/>
          </a:prstGeom>
          <a:noFill/>
          <a:ln w="0">
            <a:noFill/>
          </a:ln>
        </p:spPr>
        <p:txBody>
          <a:bodyPr lIns="91440" rIns="91440" tIns="91440" bIns="91440" anchor="b">
            <a:noAutofit/>
          </a:bodyPr>
          <a:p>
            <a:pPr indent="0">
              <a:lnSpc>
                <a:spcPct val="100000"/>
              </a:lnSpc>
              <a:buNone/>
            </a:pPr>
            <a:r>
              <a:rPr b="0" lang="fr-FR" sz="2400" strike="noStrike" u="none">
                <a:solidFill>
                  <a:schemeClr val="dk1"/>
                </a:solidFill>
                <a:effectLst/>
                <a:uFillTx/>
                <a:latin typeface="Hubot Sans Medium"/>
                <a:ea typeface="Hubot Sans Medium"/>
              </a:rPr>
              <a:t>xx%</a:t>
            </a:r>
            <a:endParaRPr b="0" lang="fr-FR" sz="2400" strike="noStrike" u="none">
              <a:solidFill>
                <a:schemeClr val="dk1"/>
              </a:solidFill>
              <a:effectLst/>
              <a:uFillTx/>
              <a:latin typeface="Arial"/>
            </a:endParaRPr>
          </a:p>
        </p:txBody>
      </p:sp>
      <p:sp>
        <p:nvSpPr>
          <p:cNvPr id="15" name="PlaceHolder 7"/>
          <p:cNvSpPr>
            <a:spLocks noGrp="1"/>
          </p:cNvSpPr>
          <p:nvPr>
            <p:ph type="title"/>
          </p:nvPr>
        </p:nvSpPr>
        <p:spPr>
          <a:xfrm>
            <a:off x="6061320" y="3494880"/>
            <a:ext cx="909720" cy="553680"/>
          </a:xfrm>
          <a:prstGeom prst="rect">
            <a:avLst/>
          </a:prstGeom>
          <a:noFill/>
          <a:ln w="0">
            <a:noFill/>
          </a:ln>
        </p:spPr>
        <p:txBody>
          <a:bodyPr lIns="91440" rIns="91440" tIns="91440" bIns="91440" anchor="b">
            <a:noAutofit/>
          </a:bodyPr>
          <a:p>
            <a:pPr indent="0">
              <a:lnSpc>
                <a:spcPct val="100000"/>
              </a:lnSpc>
              <a:buNone/>
            </a:pPr>
            <a:r>
              <a:rPr b="0" lang="fr-FR" sz="2400" strike="noStrike" u="none">
                <a:solidFill>
                  <a:schemeClr val="dk1"/>
                </a:solidFill>
                <a:effectLst/>
                <a:uFillTx/>
                <a:latin typeface="Hubot Sans Medium"/>
                <a:ea typeface="Hubot Sans Medium"/>
              </a:rPr>
              <a:t>xx%</a:t>
            </a:r>
            <a:endParaRPr b="0" lang="fr-FR" sz="24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bg>
      <p:bgPr>
        <a:solidFill>
          <a:schemeClr val="lt1"/>
        </a:solidFill>
      </p:bgPr>
    </p:bg>
    <p:spTree>
      <p:nvGrpSpPr>
        <p:cNvPr id="1" name=""/>
        <p:cNvGrpSpPr/>
        <p:nvPr/>
      </p:nvGrpSpPr>
      <p:grpSpPr>
        <a:xfrm>
          <a:off x="0" y="0"/>
          <a:ext cx="0" cy="0"/>
          <a:chOff x="0" y="0"/>
          <a:chExt cx="0" cy="0"/>
        </a:xfrm>
      </p:grpSpPr>
      <p:pic>
        <p:nvPicPr>
          <p:cNvPr id="16" name="Google Shape;76;p14" descr=""/>
          <p:cNvPicPr/>
          <p:nvPr/>
        </p:nvPicPr>
        <p:blipFill>
          <a:blip r:embed="rId2"/>
          <a:stretch/>
        </p:blipFill>
        <p:spPr>
          <a:xfrm rot="10800000">
            <a:off x="360" y="0"/>
            <a:ext cx="9143640" cy="5143320"/>
          </a:xfrm>
          <a:prstGeom prst="rect">
            <a:avLst/>
          </a:prstGeom>
          <a:noFill/>
          <a:ln w="0">
            <a:noFill/>
          </a:ln>
        </p:spPr>
      </p:pic>
      <p:cxnSp>
        <p:nvCxnSpPr>
          <p:cNvPr id="17" name="Google Shape;77;p14"/>
          <p:cNvCxnSpPr/>
          <p:nvPr/>
        </p:nvCxnSpPr>
        <p:spPr>
          <a:xfrm>
            <a:off x="0" y="5021640"/>
            <a:ext cx="9144360" cy="360"/>
          </a:xfrm>
          <a:prstGeom prst="straightConnector1">
            <a:avLst/>
          </a:prstGeom>
          <a:ln w="9525">
            <a:solidFill>
              <a:srgbClr val="000000"/>
            </a:solidFill>
            <a:round/>
          </a:ln>
        </p:spPr>
      </p:cxnSp>
      <p:sp>
        <p:nvSpPr>
          <p:cNvPr id="18" name="PlaceHolder 1"/>
          <p:cNvSpPr>
            <a:spLocks noGrp="1"/>
          </p:cNvSpPr>
          <p:nvPr>
            <p:ph type="title"/>
          </p:nvPr>
        </p:nvSpPr>
        <p:spPr>
          <a:xfrm>
            <a:off x="228600" y="2207880"/>
            <a:ext cx="2471760" cy="98496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
    <p:bg>
      <p:bgPr>
        <a:solidFill>
          <a:schemeClr val="lt1"/>
        </a:solidFill>
      </p:bgPr>
    </p:bg>
    <p:spTree>
      <p:nvGrpSpPr>
        <p:cNvPr id="1" name=""/>
        <p:cNvGrpSpPr/>
        <p:nvPr/>
      </p:nvGrpSpPr>
      <p:grpSpPr>
        <a:xfrm>
          <a:off x="0" y="0"/>
          <a:ext cx="0" cy="0"/>
          <a:chOff x="0" y="0"/>
          <a:chExt cx="0" cy="0"/>
        </a:xfrm>
      </p:grpSpPr>
      <p:pic>
        <p:nvPicPr>
          <p:cNvPr id="19" name="Google Shape;80;p15" descr=""/>
          <p:cNvPicPr/>
          <p:nvPr/>
        </p:nvPicPr>
        <p:blipFill>
          <a:blip r:embed="rId2"/>
          <a:stretch/>
        </p:blipFill>
        <p:spPr>
          <a:xfrm rot="10800000">
            <a:off x="360" y="0"/>
            <a:ext cx="9143640" cy="5143320"/>
          </a:xfrm>
          <a:prstGeom prst="rect">
            <a:avLst/>
          </a:prstGeom>
          <a:noFill/>
          <a:ln w="0">
            <a:noFill/>
          </a:ln>
        </p:spPr>
      </p:pic>
      <p:cxnSp>
        <p:nvCxnSpPr>
          <p:cNvPr id="20" name="Google Shape;81;p15"/>
          <p:cNvCxnSpPr/>
          <p:nvPr/>
        </p:nvCxnSpPr>
        <p:spPr>
          <a:xfrm>
            <a:off x="0" y="5021640"/>
            <a:ext cx="9144360" cy="360"/>
          </a:xfrm>
          <a:prstGeom prst="straightConnector1">
            <a:avLst/>
          </a:prstGeom>
          <a:ln w="9525">
            <a:solidFill>
              <a:srgbClr val="000000"/>
            </a:solidFill>
            <a:round/>
          </a:ln>
        </p:spPr>
      </p:cxnSp>
      <p:sp>
        <p:nvSpPr>
          <p:cNvPr id="21"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_1">
    <p:bg>
      <p:bgPr>
        <a:solidFill>
          <a:schemeClr val="lt1"/>
        </a:solidFill>
      </p:bgPr>
    </p:bg>
    <p:spTree>
      <p:nvGrpSpPr>
        <p:cNvPr id="1" name=""/>
        <p:cNvGrpSpPr/>
        <p:nvPr/>
      </p:nvGrpSpPr>
      <p:grpSpPr>
        <a:xfrm>
          <a:off x="0" y="0"/>
          <a:ext cx="0" cy="0"/>
          <a:chOff x="0" y="0"/>
          <a:chExt cx="0" cy="0"/>
        </a:xfrm>
      </p:grpSpPr>
      <p:pic>
        <p:nvPicPr>
          <p:cNvPr id="22" name="Google Shape;84;p16" descr=""/>
          <p:cNvPicPr/>
          <p:nvPr/>
        </p:nvPicPr>
        <p:blipFill>
          <a:blip r:embed="rId2"/>
          <a:srcRect l="12361" t="6762" r="823" b="6424"/>
          <a:stretch/>
        </p:blipFill>
        <p:spPr>
          <a:xfrm flipH="1">
            <a:off x="360" y="0"/>
            <a:ext cx="9143640" cy="5143320"/>
          </a:xfrm>
          <a:prstGeom prst="rect">
            <a:avLst/>
          </a:prstGeom>
          <a:noFill/>
          <a:ln w="0">
            <a:noFill/>
          </a:ln>
        </p:spPr>
      </p:pic>
      <p:cxnSp>
        <p:nvCxnSpPr>
          <p:cNvPr id="23" name="Google Shape;85;p16"/>
          <p:cNvCxnSpPr/>
          <p:nvPr/>
        </p:nvCxnSpPr>
        <p:spPr>
          <a:xfrm>
            <a:off x="0" y="5021640"/>
            <a:ext cx="9144360" cy="360"/>
          </a:xfrm>
          <a:prstGeom prst="straightConnector1">
            <a:avLst/>
          </a:prstGeom>
          <a:ln w="9525">
            <a:solidFill>
              <a:srgbClr val="000000"/>
            </a:solidFill>
            <a:round/>
          </a:ln>
        </p:spPr>
      </p:cxnSp>
      <p:sp>
        <p:nvSpPr>
          <p:cNvPr id="24"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pic>
        <p:nvPicPr>
          <p:cNvPr id="25" name="Google Shape;88;p17" descr=""/>
          <p:cNvPicPr/>
          <p:nvPr/>
        </p:nvPicPr>
        <p:blipFill>
          <a:blip r:embed="rId2"/>
          <a:stretch/>
        </p:blipFill>
        <p:spPr>
          <a:xfrm flipH="1" rot="10800000">
            <a:off x="0" y="0"/>
            <a:ext cx="9143640" cy="5143320"/>
          </a:xfrm>
          <a:prstGeom prst="rect">
            <a:avLst/>
          </a:prstGeom>
          <a:noFill/>
          <a:ln w="0">
            <a:noFill/>
          </a:ln>
        </p:spPr>
      </p:pic>
      <p:cxnSp>
        <p:nvCxnSpPr>
          <p:cNvPr id="26" name="Google Shape;89;p17"/>
          <p:cNvCxnSpPr/>
          <p:nvPr/>
        </p:nvCxnSpPr>
        <p:spPr>
          <a:xfrm>
            <a:off x="0" y="5021640"/>
            <a:ext cx="9144360" cy="360"/>
          </a:xfrm>
          <a:prstGeom prst="straightConnector1">
            <a:avLst/>
          </a:prstGeom>
          <a:ln w="9525">
            <a:solidFill>
              <a:srgbClr val="000000"/>
            </a:solidFill>
            <a:round/>
          </a:ln>
        </p:spPr>
      </p:cxnSp>
      <p:sp>
        <p:nvSpPr>
          <p:cNvPr id="27" name="PlaceHolder 1"/>
          <p:cNvSpPr>
            <a:spLocks noGrp="1"/>
          </p:cNvSpPr>
          <p:nvPr>
            <p:ph type="title"/>
          </p:nvPr>
        </p:nvSpPr>
        <p:spPr>
          <a:xfrm>
            <a:off x="228600" y="264960"/>
            <a:ext cx="4303800" cy="2053800"/>
          </a:xfrm>
          <a:prstGeom prst="rect">
            <a:avLst/>
          </a:prstGeom>
          <a:noFill/>
          <a:ln w="0">
            <a:noFill/>
          </a:ln>
        </p:spPr>
        <p:txBody>
          <a:bodyPr lIns="91440" rIns="91440" tIns="91440" bIns="91440" anchor="b">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2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2">
    <p:bg>
      <p:bgPr>
        <a:solidFill>
          <a:schemeClr val="lt1"/>
        </a:solidFill>
      </p:bgPr>
    </p:bg>
    <p:spTree>
      <p:nvGrpSpPr>
        <p:cNvPr id="1" name=""/>
        <p:cNvGrpSpPr/>
        <p:nvPr/>
      </p:nvGrpSpPr>
      <p:grpSpPr>
        <a:xfrm>
          <a:off x="0" y="0"/>
          <a:ext cx="0" cy="0"/>
          <a:chOff x="0" y="0"/>
          <a:chExt cx="0" cy="0"/>
        </a:xfrm>
      </p:grpSpPr>
      <p:pic>
        <p:nvPicPr>
          <p:cNvPr id="29" name="Google Shape;93;p18" descr=""/>
          <p:cNvPicPr/>
          <p:nvPr/>
        </p:nvPicPr>
        <p:blipFill>
          <a:blip r:embed="rId2"/>
          <a:stretch/>
        </p:blipFill>
        <p:spPr>
          <a:xfrm rot="10800000">
            <a:off x="360" y="0"/>
            <a:ext cx="9143640" cy="5143320"/>
          </a:xfrm>
          <a:prstGeom prst="rect">
            <a:avLst/>
          </a:prstGeom>
          <a:noFill/>
          <a:ln w="0">
            <a:noFill/>
          </a:ln>
        </p:spPr>
      </p:pic>
      <p:cxnSp>
        <p:nvCxnSpPr>
          <p:cNvPr id="30" name="Google Shape;94;p18"/>
          <p:cNvCxnSpPr/>
          <p:nvPr/>
        </p:nvCxnSpPr>
        <p:spPr>
          <a:xfrm>
            <a:off x="0" y="5021640"/>
            <a:ext cx="9144360" cy="360"/>
          </a:xfrm>
          <a:prstGeom prst="straightConnector1">
            <a:avLst/>
          </a:prstGeom>
          <a:ln w="9525">
            <a:solidFill>
              <a:srgbClr val="000000"/>
            </a:solidFill>
            <a:round/>
          </a:ln>
        </p:spPr>
      </p:cxnSp>
      <p:sp>
        <p:nvSpPr>
          <p:cNvPr id="31" name="PlaceHolder 1"/>
          <p:cNvSpPr>
            <a:spLocks noGrp="1"/>
          </p:cNvSpPr>
          <p:nvPr>
            <p:ph type="title"/>
          </p:nvPr>
        </p:nvSpPr>
        <p:spPr>
          <a:xfrm>
            <a:off x="228600" y="1205280"/>
            <a:ext cx="4322880" cy="572400"/>
          </a:xfrm>
          <a:prstGeom prst="rect">
            <a:avLst/>
          </a:prstGeom>
          <a:noFill/>
          <a:ln w="0">
            <a:noFill/>
          </a:ln>
        </p:spPr>
        <p:txBody>
          <a:bodyPr lIns="91440" rIns="91440" tIns="91440" bIns="91440" anchor="b">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32" name="PlaceHolder 2"/>
          <p:cNvSpPr>
            <a:spLocks noGrp="1"/>
          </p:cNvSpPr>
          <p:nvPr>
            <p:ph type="body"/>
          </p:nvPr>
        </p:nvSpPr>
        <p:spPr>
          <a:xfrm>
            <a:off x="5473080" y="228600"/>
            <a:ext cx="3441960" cy="4663080"/>
          </a:xfrm>
          <a:prstGeom prst="rect">
            <a:avLst/>
          </a:prstGeom>
          <a:noFill/>
          <a:ln w="19080">
            <a:solidFill>
              <a:schemeClr val="dk2"/>
            </a:solidFill>
            <a:round/>
          </a:ln>
        </p:spPr>
        <p:txBody>
          <a:bodyPr lIns="90000" rIns="90000" tIns="45000" bIns="45000" anchor="t">
            <a:normAutofit fontScale="92500" lnSpcReduction="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pic>
        <p:nvPicPr>
          <p:cNvPr id="33" name="Google Shape;99;p19" descr=""/>
          <p:cNvPicPr/>
          <p:nvPr/>
        </p:nvPicPr>
        <p:blipFill>
          <a:blip r:embed="rId2"/>
          <a:stretch/>
        </p:blipFill>
        <p:spPr>
          <a:xfrm flipH="1">
            <a:off x="360" y="0"/>
            <a:ext cx="9143640" cy="5143320"/>
          </a:xfrm>
          <a:prstGeom prst="rect">
            <a:avLst/>
          </a:prstGeom>
          <a:noFill/>
          <a:ln w="0">
            <a:noFill/>
          </a:ln>
        </p:spPr>
      </p:pic>
      <p:cxnSp>
        <p:nvCxnSpPr>
          <p:cNvPr id="34" name="Google Shape;100;p19"/>
          <p:cNvCxnSpPr/>
          <p:nvPr/>
        </p:nvCxnSpPr>
        <p:spPr>
          <a:xfrm>
            <a:off x="0" y="5021640"/>
            <a:ext cx="9144360" cy="360"/>
          </a:xfrm>
          <a:prstGeom prst="straightConnector1">
            <a:avLst/>
          </a:prstGeom>
          <a:ln w="9525">
            <a:solidFill>
              <a:srgbClr val="000000"/>
            </a:solidFill>
            <a:round/>
          </a:ln>
        </p:spPr>
      </p:cxnSp>
      <p:sp>
        <p:nvSpPr>
          <p:cNvPr id="35" name="PlaceHolder 1"/>
          <p:cNvSpPr>
            <a:spLocks noGrp="1"/>
          </p:cNvSpPr>
          <p:nvPr>
            <p:ph type="title"/>
          </p:nvPr>
        </p:nvSpPr>
        <p:spPr>
          <a:xfrm>
            <a:off x="228600" y="1879200"/>
            <a:ext cx="2405160" cy="13849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pic>
        <p:nvPicPr>
          <p:cNvPr id="36" name="Google Shape;109;p20" descr=""/>
          <p:cNvPicPr/>
          <p:nvPr/>
        </p:nvPicPr>
        <p:blipFill>
          <a:blip r:embed="rId2"/>
          <a:srcRect l="14225" t="13766" r="731" b="1191"/>
          <a:stretch/>
        </p:blipFill>
        <p:spPr>
          <a:xfrm flipH="1" rot="10800000">
            <a:off x="0" y="0"/>
            <a:ext cx="9143640" cy="5143320"/>
          </a:xfrm>
          <a:prstGeom prst="rect">
            <a:avLst/>
          </a:prstGeom>
          <a:noFill/>
          <a:ln w="0">
            <a:noFill/>
          </a:ln>
        </p:spPr>
      </p:pic>
      <p:cxnSp>
        <p:nvCxnSpPr>
          <p:cNvPr id="37" name="Google Shape;110;p20"/>
          <p:cNvCxnSpPr/>
          <p:nvPr/>
        </p:nvCxnSpPr>
        <p:spPr>
          <a:xfrm>
            <a:off x="0" y="5021640"/>
            <a:ext cx="9144360" cy="360"/>
          </a:xfrm>
          <a:prstGeom prst="straightConnector1">
            <a:avLst/>
          </a:prstGeom>
          <a:ln w="9525">
            <a:solidFill>
              <a:srgbClr val="000000"/>
            </a:solidFill>
            <a:round/>
          </a:ln>
        </p:spPr>
      </p:cxnSp>
      <p:sp>
        <p:nvSpPr>
          <p:cNvPr id="38"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pic>
        <p:nvPicPr>
          <p:cNvPr id="39" name="Google Shape;14;p3" descr=""/>
          <p:cNvPicPr/>
          <p:nvPr/>
        </p:nvPicPr>
        <p:blipFill>
          <a:blip r:embed="rId2"/>
          <a:stretch/>
        </p:blipFill>
        <p:spPr>
          <a:xfrm flipH="1">
            <a:off x="360" y="0"/>
            <a:ext cx="9143640" cy="5143320"/>
          </a:xfrm>
          <a:prstGeom prst="rect">
            <a:avLst/>
          </a:prstGeom>
          <a:noFill/>
          <a:ln w="0">
            <a:noFill/>
          </a:ln>
        </p:spPr>
      </p:pic>
      <p:cxnSp>
        <p:nvCxnSpPr>
          <p:cNvPr id="40" name="Google Shape;15;p3"/>
          <p:cNvCxnSpPr/>
          <p:nvPr/>
        </p:nvCxnSpPr>
        <p:spPr>
          <a:xfrm>
            <a:off x="0" y="5021640"/>
            <a:ext cx="9144360" cy="360"/>
          </a:xfrm>
          <a:prstGeom prst="straightConnector1">
            <a:avLst/>
          </a:prstGeom>
          <a:ln w="9525">
            <a:solidFill>
              <a:srgbClr val="000000"/>
            </a:solidFill>
            <a:round/>
          </a:ln>
        </p:spPr>
      </p:cxnSp>
      <p:sp>
        <p:nvSpPr>
          <p:cNvPr id="41" name="PlaceHolder 1"/>
          <p:cNvSpPr>
            <a:spLocks noGrp="1"/>
          </p:cNvSpPr>
          <p:nvPr>
            <p:ph type="title"/>
          </p:nvPr>
        </p:nvSpPr>
        <p:spPr>
          <a:xfrm>
            <a:off x="228600" y="1196280"/>
            <a:ext cx="6984720" cy="2276280"/>
          </a:xfrm>
          <a:prstGeom prst="rect">
            <a:avLst/>
          </a:prstGeom>
          <a:noFill/>
          <a:ln w="0">
            <a:noFill/>
          </a:ln>
        </p:spPr>
        <p:txBody>
          <a:bodyPr lIns="91440" rIns="91440" tIns="91440" bIns="91440" anchor="b">
            <a:noAutofit/>
          </a:bodyPr>
          <a:p>
            <a:pPr indent="0">
              <a:buNone/>
            </a:pPr>
            <a:r>
              <a:rPr b="0" lang="fr-FR" sz="5200" strike="noStrike" u="none">
                <a:solidFill>
                  <a:schemeClr val="dk1"/>
                </a:solidFill>
                <a:effectLst/>
                <a:uFillTx/>
                <a:latin typeface="Arial"/>
              </a:rPr>
              <a:t>Click to edit the title text format</a:t>
            </a:r>
            <a:endParaRPr b="0" lang="fr-FR" sz="5200" strike="noStrike" u="none">
              <a:solidFill>
                <a:schemeClr val="dk1"/>
              </a:solidFill>
              <a:effectLst/>
              <a:uFillTx/>
              <a:latin typeface="Arial"/>
            </a:endParaRPr>
          </a:p>
        </p:txBody>
      </p:sp>
      <p:sp>
        <p:nvSpPr>
          <p:cNvPr id="42" name="PlaceHolder 2"/>
          <p:cNvSpPr>
            <a:spLocks noGrp="1"/>
          </p:cNvSpPr>
          <p:nvPr>
            <p:ph type="title"/>
          </p:nvPr>
        </p:nvSpPr>
        <p:spPr>
          <a:xfrm>
            <a:off x="228600" y="3396960"/>
            <a:ext cx="1235520" cy="1107720"/>
          </a:xfrm>
          <a:prstGeom prst="rect">
            <a:avLst/>
          </a:prstGeom>
          <a:noFill/>
          <a:ln w="0">
            <a:noFill/>
          </a:ln>
        </p:spPr>
        <p:txBody>
          <a:bodyPr lIns="91440" rIns="91440" tIns="91440" bIns="91440" anchor="b">
            <a:noAutofit/>
          </a:bodyPr>
          <a:p>
            <a:pPr indent="0">
              <a:lnSpc>
                <a:spcPct val="100000"/>
              </a:lnSpc>
              <a:buNone/>
            </a:pPr>
            <a:r>
              <a:rPr b="0" lang="fr-FR" sz="6000" strike="noStrike" u="none">
                <a:solidFill>
                  <a:schemeClr val="dk1"/>
                </a:solidFill>
                <a:effectLst/>
                <a:uFillTx/>
                <a:latin typeface="Hubot Sans Medium"/>
                <a:ea typeface="Hubot Sans Medium"/>
              </a:rPr>
              <a:t>xx%</a:t>
            </a:r>
            <a:endParaRPr b="0" lang="fr-FR" sz="6000" strike="noStrike" u="none">
              <a:solidFill>
                <a:schemeClr val="dk1"/>
              </a:solidFill>
              <a:effectLst/>
              <a:uFillTx/>
              <a:latin typeface="Arial"/>
            </a:endParaRPr>
          </a:p>
        </p:txBody>
      </p:sp>
      <p:sp>
        <p:nvSpPr>
          <p:cNvPr id="43"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bg>
      <p:bgPr>
        <a:solidFill>
          <a:schemeClr val="lt1"/>
        </a:solidFill>
      </p:bgPr>
    </p:bg>
    <p:spTree>
      <p:nvGrpSpPr>
        <p:cNvPr id="1" name=""/>
        <p:cNvGrpSpPr/>
        <p:nvPr/>
      </p:nvGrpSpPr>
      <p:grpSpPr>
        <a:xfrm>
          <a:off x="0" y="0"/>
          <a:ext cx="0" cy="0"/>
          <a:chOff x="0" y="0"/>
          <a:chExt cx="0" cy="0"/>
        </a:xfrm>
      </p:grpSpPr>
      <p:pic>
        <p:nvPicPr>
          <p:cNvPr id="44" name="Google Shape;121;p21" descr=""/>
          <p:cNvPicPr/>
          <p:nvPr/>
        </p:nvPicPr>
        <p:blipFill>
          <a:blip r:embed="rId2"/>
          <a:stretch/>
        </p:blipFill>
        <p:spPr>
          <a:xfrm rot="10800000">
            <a:off x="360" y="0"/>
            <a:ext cx="9143640" cy="5143320"/>
          </a:xfrm>
          <a:prstGeom prst="rect">
            <a:avLst/>
          </a:prstGeom>
          <a:noFill/>
          <a:ln w="0">
            <a:noFill/>
          </a:ln>
        </p:spPr>
      </p:pic>
      <p:cxnSp>
        <p:nvCxnSpPr>
          <p:cNvPr id="45" name="Google Shape;122;p21"/>
          <p:cNvCxnSpPr/>
          <p:nvPr/>
        </p:nvCxnSpPr>
        <p:spPr>
          <a:xfrm>
            <a:off x="0" y="5021640"/>
            <a:ext cx="9144360" cy="360"/>
          </a:xfrm>
          <a:prstGeom prst="straightConnector1">
            <a:avLst/>
          </a:prstGeom>
          <a:ln w="9525">
            <a:solidFill>
              <a:srgbClr val="000000"/>
            </a:solidFill>
            <a:round/>
          </a:ln>
        </p:spPr>
      </p:cxnSp>
      <p:sp>
        <p:nvSpPr>
          <p:cNvPr id="46" name="PlaceHolder 1"/>
          <p:cNvSpPr>
            <a:spLocks noGrp="1"/>
          </p:cNvSpPr>
          <p:nvPr>
            <p:ph type="title"/>
          </p:nvPr>
        </p:nvSpPr>
        <p:spPr>
          <a:xfrm>
            <a:off x="5618880" y="1866960"/>
            <a:ext cx="3296160" cy="799920"/>
          </a:xfrm>
          <a:prstGeom prst="rect">
            <a:avLst/>
          </a:prstGeom>
          <a:noFill/>
          <a:ln w="0">
            <a:noFill/>
          </a:ln>
        </p:spPr>
        <p:txBody>
          <a:bodyPr lIns="91440" rIns="91440" tIns="91440" bIns="91440" anchor="b">
            <a:noAutofit/>
          </a:bodyPr>
          <a:p>
            <a:pPr indent="0">
              <a:lnSpc>
                <a:spcPct val="100000"/>
              </a:lnSpc>
              <a:buNone/>
            </a:pPr>
            <a:r>
              <a:rPr b="0" lang="fr-FR" sz="4000" strike="noStrike" u="none">
                <a:solidFill>
                  <a:schemeClr val="dk1"/>
                </a:solidFill>
                <a:effectLst/>
                <a:uFillTx/>
                <a:latin typeface="Hubot Sans Medium"/>
                <a:ea typeface="Hubot Sans Medium"/>
              </a:rPr>
              <a:t>xx%</a:t>
            </a:r>
            <a:endParaRPr b="0" lang="fr-FR" sz="4000" strike="noStrike" u="none">
              <a:solidFill>
                <a:schemeClr val="dk1"/>
              </a:solidFill>
              <a:effectLst/>
              <a:uFillTx/>
              <a:latin typeface="Arial"/>
            </a:endParaRPr>
          </a:p>
        </p:txBody>
      </p:sp>
      <p:sp>
        <p:nvSpPr>
          <p:cNvPr id="47" name="PlaceHolder 2"/>
          <p:cNvSpPr>
            <a:spLocks noGrp="1"/>
          </p:cNvSpPr>
          <p:nvPr>
            <p:ph type="title"/>
          </p:nvPr>
        </p:nvSpPr>
        <p:spPr>
          <a:xfrm>
            <a:off x="228600" y="3162240"/>
            <a:ext cx="4752360" cy="954000"/>
          </a:xfrm>
          <a:prstGeom prst="rect">
            <a:avLst/>
          </a:prstGeom>
          <a:noFill/>
          <a:ln w="0">
            <a:noFill/>
          </a:ln>
        </p:spPr>
        <p:txBody>
          <a:bodyPr lIns="91440" rIns="91440" tIns="91440" bIns="91440" anchor="b">
            <a:noAutofit/>
          </a:bodyPr>
          <a:p>
            <a:pPr indent="0">
              <a:lnSpc>
                <a:spcPct val="100000"/>
              </a:lnSpc>
              <a:buNone/>
            </a:pPr>
            <a:r>
              <a:rPr b="0" lang="fr-FR" sz="5000" strike="noStrike" u="none">
                <a:solidFill>
                  <a:schemeClr val="dk1"/>
                </a:solidFill>
                <a:effectLst/>
                <a:uFillTx/>
                <a:latin typeface="Hubot Sans Medium"/>
                <a:ea typeface="Hubot Sans Medium"/>
              </a:rPr>
              <a:t>xx%</a:t>
            </a:r>
            <a:endParaRPr b="0" lang="fr-FR" sz="5000" strike="noStrike" u="none">
              <a:solidFill>
                <a:schemeClr val="dk1"/>
              </a:solidFill>
              <a:effectLst/>
              <a:uFillTx/>
              <a:latin typeface="Arial"/>
            </a:endParaRPr>
          </a:p>
        </p:txBody>
      </p:sp>
      <p:sp>
        <p:nvSpPr>
          <p:cNvPr id="48" name="PlaceHolder 3"/>
          <p:cNvSpPr>
            <a:spLocks noGrp="1"/>
          </p:cNvSpPr>
          <p:nvPr>
            <p:ph type="title"/>
          </p:nvPr>
        </p:nvSpPr>
        <p:spPr>
          <a:xfrm>
            <a:off x="5618880" y="544680"/>
            <a:ext cx="3296160" cy="799920"/>
          </a:xfrm>
          <a:prstGeom prst="rect">
            <a:avLst/>
          </a:prstGeom>
          <a:noFill/>
          <a:ln w="0">
            <a:noFill/>
          </a:ln>
        </p:spPr>
        <p:txBody>
          <a:bodyPr lIns="91440" rIns="91440" tIns="91440" bIns="91440" anchor="b">
            <a:noAutofit/>
          </a:bodyPr>
          <a:p>
            <a:pPr indent="0">
              <a:lnSpc>
                <a:spcPct val="100000"/>
              </a:lnSpc>
              <a:buNone/>
            </a:pPr>
            <a:r>
              <a:rPr b="0" lang="fr-FR" sz="4000" strike="noStrike" u="none">
                <a:solidFill>
                  <a:schemeClr val="dk1"/>
                </a:solidFill>
                <a:effectLst/>
                <a:uFillTx/>
                <a:latin typeface="Hubot Sans Medium"/>
                <a:ea typeface="Hubot Sans Medium"/>
              </a:rPr>
              <a:t>xx%</a:t>
            </a:r>
            <a:endParaRPr b="0" lang="fr-FR" sz="4000" strike="noStrike" u="none">
              <a:solidFill>
                <a:schemeClr val="dk1"/>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pic>
        <p:nvPicPr>
          <p:cNvPr id="49" name="Google Shape;130;p22" descr=""/>
          <p:cNvPicPr/>
          <p:nvPr/>
        </p:nvPicPr>
        <p:blipFill>
          <a:blip r:embed="rId2"/>
          <a:stretch/>
        </p:blipFill>
        <p:spPr>
          <a:xfrm flipH="1" rot="10800000">
            <a:off x="0" y="0"/>
            <a:ext cx="9143640" cy="5143320"/>
          </a:xfrm>
          <a:prstGeom prst="rect">
            <a:avLst/>
          </a:prstGeom>
          <a:noFill/>
          <a:ln w="0">
            <a:noFill/>
          </a:ln>
        </p:spPr>
      </p:pic>
      <p:cxnSp>
        <p:nvCxnSpPr>
          <p:cNvPr id="50" name="Google Shape;131;p22"/>
          <p:cNvCxnSpPr/>
          <p:nvPr/>
        </p:nvCxnSpPr>
        <p:spPr>
          <a:xfrm>
            <a:off x="0" y="5021640"/>
            <a:ext cx="9144360" cy="360"/>
          </a:xfrm>
          <a:prstGeom prst="straightConnector1">
            <a:avLst/>
          </a:prstGeom>
          <a:ln w="9525">
            <a:solidFill>
              <a:srgbClr val="000000"/>
            </a:solidFill>
            <a:round/>
          </a:ln>
        </p:spPr>
      </p:cxnSp>
      <p:sp>
        <p:nvSpPr>
          <p:cNvPr id="51" name="PlaceHolder 1"/>
          <p:cNvSpPr>
            <a:spLocks noGrp="1"/>
          </p:cNvSpPr>
          <p:nvPr>
            <p:ph type="title"/>
          </p:nvPr>
        </p:nvSpPr>
        <p:spPr>
          <a:xfrm>
            <a:off x="228600" y="2672280"/>
            <a:ext cx="5343840" cy="110772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
        <p:nvSpPr>
          <p:cNvPr id="52" name="Google Shape;134;p22"/>
          <p:cNvSpPr/>
          <p:nvPr/>
        </p:nvSpPr>
        <p:spPr>
          <a:xfrm>
            <a:off x="6395760" y="392400"/>
            <a:ext cx="2519280" cy="79992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000" strike="noStrike" u="none">
                <a:solidFill>
                  <a:schemeClr val="dk1"/>
                </a:solidFill>
                <a:effectLst/>
                <a:uFillTx/>
                <a:latin typeface="Work Sans"/>
                <a:ea typeface="Work Sans"/>
              </a:rPr>
              <a:t>CREDITS:</a:t>
            </a:r>
            <a:r>
              <a:rPr b="0" lang="en" sz="1000" strike="noStrike" u="none">
                <a:solidFill>
                  <a:schemeClr val="dk1"/>
                </a:solidFill>
                <a:effectLst/>
                <a:uFillTx/>
                <a:latin typeface="Work Sans"/>
                <a:ea typeface="Work Sans"/>
              </a:rPr>
              <a:t> This presentation template was created by </a:t>
            </a:r>
            <a:r>
              <a:rPr b="1" lang="en" sz="1000" strike="noStrike" u="sng">
                <a:solidFill>
                  <a:schemeClr val="dk1"/>
                </a:solidFill>
                <a:effectLst/>
                <a:uFillTx/>
                <a:latin typeface="Work Sans"/>
                <a:ea typeface="Work Sans"/>
                <a:hlinkClick r:id="rId3"/>
              </a:rPr>
              <a:t>Slidesgo</a:t>
            </a:r>
            <a:r>
              <a:rPr b="0" lang="en" sz="1000" strike="noStrike" u="none">
                <a:solidFill>
                  <a:schemeClr val="dk1"/>
                </a:solidFill>
                <a:effectLst/>
                <a:uFillTx/>
                <a:latin typeface="Work Sans"/>
                <a:ea typeface="Work Sans"/>
              </a:rPr>
              <a:t>, and includes icons, infographics &amp; images by </a:t>
            </a:r>
            <a:r>
              <a:rPr b="1" lang="en" sz="1000" strike="noStrike" u="sng">
                <a:solidFill>
                  <a:schemeClr val="dk1"/>
                </a:solidFill>
                <a:effectLst/>
                <a:uFillTx/>
                <a:latin typeface="Work Sans"/>
                <a:ea typeface="Work Sans"/>
                <a:hlinkClick r:id="rId4"/>
              </a:rPr>
              <a:t>Freepik</a:t>
            </a:r>
            <a:r>
              <a:rPr b="0" lang="en" sz="1000" strike="noStrike" u="sng">
                <a:solidFill>
                  <a:schemeClr val="dk1"/>
                </a:solidFill>
                <a:effectLst/>
                <a:uFillTx/>
                <a:latin typeface="Work Sans"/>
                <a:ea typeface="Work Sans"/>
              </a:rPr>
              <a:t> </a:t>
            </a:r>
            <a:endParaRPr b="0" lang="en-US" sz="1000" strike="noStrike" u="none">
              <a:solidFill>
                <a:srgbClr val="000000"/>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pic>
        <p:nvPicPr>
          <p:cNvPr id="53" name="Google Shape;136;p23" descr=""/>
          <p:cNvPicPr/>
          <p:nvPr/>
        </p:nvPicPr>
        <p:blipFill>
          <a:blip r:embed="rId2"/>
          <a:stretch/>
        </p:blipFill>
        <p:spPr>
          <a:xfrm flipH="1">
            <a:off x="360" y="0"/>
            <a:ext cx="9143640" cy="5143320"/>
          </a:xfrm>
          <a:prstGeom prst="rect">
            <a:avLst/>
          </a:prstGeom>
          <a:noFill/>
          <a:ln w="0">
            <a:noFill/>
          </a:ln>
        </p:spPr>
      </p:pic>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pic>
        <p:nvPicPr>
          <p:cNvPr id="54" name="Google Shape;138;p24" descr=""/>
          <p:cNvPicPr/>
          <p:nvPr/>
        </p:nvPicPr>
        <p:blipFill>
          <a:blip r:embed="rId2"/>
          <a:stretch/>
        </p:blipFill>
        <p:spPr>
          <a:xfrm flipH="1">
            <a:off x="360" y="0"/>
            <a:ext cx="9143640" cy="5143320"/>
          </a:xfrm>
          <a:prstGeom prst="rect">
            <a:avLst/>
          </a:prstGeom>
          <a:noFill/>
          <a:ln w="0">
            <a:noFill/>
          </a:ln>
        </p:spPr>
      </p:pic>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pic>
        <p:nvPicPr>
          <p:cNvPr id="55" name="Google Shape;20;p4" descr=""/>
          <p:cNvPicPr/>
          <p:nvPr/>
        </p:nvPicPr>
        <p:blipFill>
          <a:blip r:embed="rId2"/>
          <a:stretch/>
        </p:blipFill>
        <p:spPr>
          <a:xfrm rot="10800000">
            <a:off x="360" y="0"/>
            <a:ext cx="9143640" cy="5143320"/>
          </a:xfrm>
          <a:prstGeom prst="rect">
            <a:avLst/>
          </a:prstGeom>
          <a:noFill/>
          <a:ln w="0">
            <a:noFill/>
          </a:ln>
        </p:spPr>
      </p:pic>
      <p:cxnSp>
        <p:nvCxnSpPr>
          <p:cNvPr id="56" name="Google Shape;21;p4"/>
          <p:cNvCxnSpPr/>
          <p:nvPr/>
        </p:nvCxnSpPr>
        <p:spPr>
          <a:xfrm>
            <a:off x="0" y="5021640"/>
            <a:ext cx="9144360" cy="360"/>
          </a:xfrm>
          <a:prstGeom prst="straightConnector1">
            <a:avLst/>
          </a:prstGeom>
          <a:ln w="9525">
            <a:solidFill>
              <a:srgbClr val="000000"/>
            </a:solidFill>
            <a:round/>
          </a:ln>
        </p:spPr>
      </p:cxnSp>
      <p:sp>
        <p:nvSpPr>
          <p:cNvPr id="5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58" name="PlaceHolder 2"/>
          <p:cNvSpPr>
            <a:spLocks noGrp="1"/>
          </p:cNvSpPr>
          <p:nvPr>
            <p:ph type="body"/>
          </p:nvPr>
        </p:nvSpPr>
        <p:spPr>
          <a:xfrm>
            <a:off x="720000" y="1215720"/>
            <a:ext cx="770364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pic>
        <p:nvPicPr>
          <p:cNvPr id="59" name="Google Shape;25;p5" descr=""/>
          <p:cNvPicPr/>
          <p:nvPr/>
        </p:nvPicPr>
        <p:blipFill>
          <a:blip r:embed="rId2"/>
          <a:srcRect l="10261" t="8058" r="-2888" b="-686"/>
          <a:stretch/>
        </p:blipFill>
        <p:spPr>
          <a:xfrm rot="10800000">
            <a:off x="360" y="0"/>
            <a:ext cx="9143640" cy="5143320"/>
          </a:xfrm>
          <a:prstGeom prst="rect">
            <a:avLst/>
          </a:prstGeom>
          <a:noFill/>
          <a:ln w="0">
            <a:noFill/>
          </a:ln>
        </p:spPr>
      </p:pic>
      <p:cxnSp>
        <p:nvCxnSpPr>
          <p:cNvPr id="60" name="Google Shape;26;p5"/>
          <p:cNvCxnSpPr/>
          <p:nvPr/>
        </p:nvCxnSpPr>
        <p:spPr>
          <a:xfrm>
            <a:off x="0" y="5021640"/>
            <a:ext cx="9144360" cy="360"/>
          </a:xfrm>
          <a:prstGeom prst="straightConnector1">
            <a:avLst/>
          </a:prstGeom>
          <a:ln w="9525">
            <a:solidFill>
              <a:srgbClr val="000000"/>
            </a:solidFill>
            <a:round/>
          </a:ln>
        </p:spPr>
      </p:cxnSp>
      <p:sp>
        <p:nvSpPr>
          <p:cNvPr id="61"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62" name="Google Shape;33;p6" descr=""/>
          <p:cNvPicPr/>
          <p:nvPr/>
        </p:nvPicPr>
        <p:blipFill>
          <a:blip r:embed="rId2"/>
          <a:stretch/>
        </p:blipFill>
        <p:spPr>
          <a:xfrm>
            <a:off x="0" y="0"/>
            <a:ext cx="9143640" cy="5143320"/>
          </a:xfrm>
          <a:prstGeom prst="rect">
            <a:avLst/>
          </a:prstGeom>
          <a:noFill/>
          <a:ln w="0">
            <a:noFill/>
          </a:ln>
        </p:spPr>
      </p:pic>
      <p:sp>
        <p:nvSpPr>
          <p:cNvPr id="63"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pic>
        <p:nvPicPr>
          <p:cNvPr id="64" name="Google Shape;36;p7" descr=""/>
          <p:cNvPicPr/>
          <p:nvPr/>
        </p:nvPicPr>
        <p:blipFill>
          <a:blip r:embed="rId2"/>
          <a:stretch/>
        </p:blipFill>
        <p:spPr>
          <a:xfrm rot="10800000">
            <a:off x="360" y="0"/>
            <a:ext cx="9143640" cy="5143320"/>
          </a:xfrm>
          <a:prstGeom prst="rect">
            <a:avLst/>
          </a:prstGeom>
          <a:noFill/>
          <a:ln w="0">
            <a:noFill/>
          </a:ln>
        </p:spPr>
      </p:pic>
      <p:cxnSp>
        <p:nvCxnSpPr>
          <p:cNvPr id="65" name="Google Shape;37;p7"/>
          <p:cNvCxnSpPr/>
          <p:nvPr/>
        </p:nvCxnSpPr>
        <p:spPr>
          <a:xfrm>
            <a:off x="0" y="5021640"/>
            <a:ext cx="9144360" cy="360"/>
          </a:xfrm>
          <a:prstGeom prst="straightConnector1">
            <a:avLst/>
          </a:prstGeom>
          <a:ln w="9525">
            <a:solidFill>
              <a:srgbClr val="000000"/>
            </a:solidFill>
            <a:round/>
          </a:ln>
        </p:spPr>
      </p:cxnSp>
      <p:sp>
        <p:nvSpPr>
          <p:cNvPr id="66" name="PlaceHolder 1"/>
          <p:cNvSpPr>
            <a:spLocks noGrp="1"/>
          </p:cNvSpPr>
          <p:nvPr>
            <p:ph type="title"/>
          </p:nvPr>
        </p:nvSpPr>
        <p:spPr>
          <a:xfrm>
            <a:off x="228600" y="351000"/>
            <a:ext cx="4936320" cy="1426680"/>
          </a:xfrm>
          <a:prstGeom prst="rect">
            <a:avLst/>
          </a:prstGeom>
          <a:noFill/>
          <a:ln w="0">
            <a:noFill/>
          </a:ln>
        </p:spPr>
        <p:txBody>
          <a:bodyPr lIns="91440" rIns="91440" tIns="91440" bIns="91440" anchor="b">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67" name="PlaceHolder 2"/>
          <p:cNvSpPr>
            <a:spLocks noGrp="1"/>
          </p:cNvSpPr>
          <p:nvPr>
            <p:ph type="body"/>
          </p:nvPr>
        </p:nvSpPr>
        <p:spPr>
          <a:xfrm>
            <a:off x="5473080" y="228600"/>
            <a:ext cx="3441960" cy="4663080"/>
          </a:xfrm>
          <a:prstGeom prst="rect">
            <a:avLst/>
          </a:prstGeom>
          <a:noFill/>
          <a:ln w="19080">
            <a:solidFill>
              <a:schemeClr val="dk2"/>
            </a:solidFill>
            <a:round/>
          </a:ln>
        </p:spPr>
        <p:txBody>
          <a:bodyPr lIns="90000" rIns="90000" tIns="45000" bIns="45000" anchor="t">
            <a:normAutofit fontScale="92500" lnSpcReduction="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pic>
        <p:nvPicPr>
          <p:cNvPr id="68" name="Google Shape;42;p8" descr=""/>
          <p:cNvPicPr/>
          <p:nvPr/>
        </p:nvPicPr>
        <p:blipFill>
          <a:blip r:embed="rId2"/>
          <a:stretch/>
        </p:blipFill>
        <p:spPr>
          <a:xfrm>
            <a:off x="0" y="0"/>
            <a:ext cx="9143640" cy="5143320"/>
          </a:xfrm>
          <a:prstGeom prst="rect">
            <a:avLst/>
          </a:prstGeom>
          <a:noFill/>
          <a:ln w="0">
            <a:noFill/>
          </a:ln>
        </p:spPr>
      </p:pic>
      <p:cxnSp>
        <p:nvCxnSpPr>
          <p:cNvPr id="69" name="Google Shape;43;p8"/>
          <p:cNvCxnSpPr/>
          <p:nvPr/>
        </p:nvCxnSpPr>
        <p:spPr>
          <a:xfrm>
            <a:off x="0" y="5021640"/>
            <a:ext cx="9144360" cy="360"/>
          </a:xfrm>
          <a:prstGeom prst="straightConnector1">
            <a:avLst/>
          </a:prstGeom>
          <a:ln w="9525">
            <a:solidFill>
              <a:srgbClr val="000000"/>
            </a:solidFill>
            <a:round/>
          </a:ln>
        </p:spPr>
      </p:cxnSp>
      <p:sp>
        <p:nvSpPr>
          <p:cNvPr id="70"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pic>
        <p:nvPicPr>
          <p:cNvPr id="71" name="Google Shape;46;p9" descr=""/>
          <p:cNvPicPr/>
          <p:nvPr/>
        </p:nvPicPr>
        <p:blipFill>
          <a:blip r:embed="rId2"/>
          <a:stretch/>
        </p:blipFill>
        <p:spPr>
          <a:xfrm>
            <a:off x="0" y="0"/>
            <a:ext cx="9143640" cy="5143320"/>
          </a:xfrm>
          <a:prstGeom prst="rect">
            <a:avLst/>
          </a:prstGeom>
          <a:noFill/>
          <a:ln w="0">
            <a:noFill/>
          </a:ln>
        </p:spPr>
      </p:pic>
      <p:cxnSp>
        <p:nvCxnSpPr>
          <p:cNvPr id="72" name="Google Shape;47;p9"/>
          <p:cNvCxnSpPr/>
          <p:nvPr/>
        </p:nvCxnSpPr>
        <p:spPr>
          <a:xfrm>
            <a:off x="0" y="5021640"/>
            <a:ext cx="9144360" cy="360"/>
          </a:xfrm>
          <a:prstGeom prst="straightConnector1">
            <a:avLst/>
          </a:prstGeom>
          <a:ln w="9525">
            <a:solidFill>
              <a:srgbClr val="000000"/>
            </a:solidFill>
            <a:round/>
          </a:ln>
        </p:spPr>
      </p:cxnSp>
      <p:sp>
        <p:nvSpPr>
          <p:cNvPr id="73"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74"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75" name="PlaceHolder 2"/>
          <p:cNvSpPr>
            <a:spLocks noGrp="1"/>
          </p:cNvSpPr>
          <p:nvPr>
            <p:ph type="title"/>
          </p:nvPr>
        </p:nvSpPr>
        <p:spPr>
          <a:xfrm>
            <a:off x="720000" y="4014360"/>
            <a:ext cx="7703640" cy="572400"/>
          </a:xfrm>
          <a:prstGeom prst="rect">
            <a:avLst/>
          </a:prstGeom>
          <a:solidFill>
            <a:srgbClr val="000000"/>
          </a:solidFill>
          <a:ln w="0">
            <a:noFill/>
          </a:ln>
        </p:spPr>
        <p:txBody>
          <a:bodyPr lIns="91440" rIns="91440" tIns="91440" bIns="91440" anchor="ctr">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76" name="Google Shape;144;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7"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78" name="Google Shape;147;p28"/>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9"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80"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2"/>
    <p:sldLayoutId id="2147483674" r:id="rId3"/>
    <p:sldLayoutId id="2147483675"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228600" y="1714680"/>
            <a:ext cx="7600680" cy="2895120"/>
          </a:xfrm>
          <a:prstGeom prst="rect">
            <a:avLst/>
          </a:prstGeom>
          <a:noFill/>
          <a:ln w="0">
            <a:noFill/>
          </a:ln>
        </p:spPr>
        <p:txBody>
          <a:bodyPr lIns="91440" rIns="91440" tIns="91440" bIns="91440" anchor="t">
            <a:normAutofit/>
          </a:bodyPr>
          <a:p>
            <a:pPr indent="0">
              <a:lnSpc>
                <a:spcPct val="120000"/>
              </a:lnSpc>
              <a:buNone/>
              <a:tabLst>
                <a:tab algn="l" pos="0"/>
              </a:tabLst>
            </a:pPr>
            <a:r>
              <a:rPr b="0" lang="en-US" sz="6500" strike="noStrike" u="none">
                <a:solidFill>
                  <a:srgbClr val="000000"/>
                </a:solidFill>
                <a:effectLst/>
                <a:uFillTx/>
                <a:latin typeface="Calibri"/>
                <a:ea typeface="Hubot Sans Medium"/>
              </a:rPr>
              <a:t>TORP Project</a:t>
            </a:r>
            <a:endParaRPr b="0" lang="fr-FR" sz="6500" strike="noStrike" u="none">
              <a:solidFill>
                <a:schemeClr val="dk1"/>
              </a:solidFill>
              <a:effectLst/>
              <a:uFillTx/>
              <a:latin typeface="Arial"/>
            </a:endParaRPr>
          </a:p>
        </p:txBody>
      </p:sp>
      <p:sp>
        <p:nvSpPr>
          <p:cNvPr id="82" name="PlaceHolder 2"/>
          <p:cNvSpPr>
            <a:spLocks noGrp="1"/>
          </p:cNvSpPr>
          <p:nvPr>
            <p:ph type="subTitle"/>
          </p:nvPr>
        </p:nvSpPr>
        <p:spPr>
          <a:xfrm>
            <a:off x="2409840" y="714240"/>
            <a:ext cx="6372000" cy="628200"/>
          </a:xfrm>
          <a:prstGeom prst="rect">
            <a:avLst/>
          </a:prstGeom>
          <a:noFill/>
          <a:ln w="0">
            <a:noFill/>
          </a:ln>
        </p:spPr>
        <p:txBody>
          <a:bodyPr lIns="91440" rIns="91440" tIns="91440" bIns="91440" anchor="t">
            <a:normAutofit/>
          </a:bodyPr>
          <a:p>
            <a:pPr indent="0" algn="r">
              <a:lnSpc>
                <a:spcPct val="120000"/>
              </a:lnSpc>
              <a:buNone/>
              <a:tabLst>
                <a:tab algn="l" pos="0"/>
              </a:tabLst>
            </a:pPr>
            <a:r>
              <a:rPr b="0" lang="en-US" sz="1600" strike="noStrike" u="none">
                <a:solidFill>
                  <a:srgbClr val="000000"/>
                </a:solidFill>
                <a:effectLst/>
                <a:uFillTx/>
                <a:latin typeface="Calibri"/>
                <a:ea typeface="Work Sans"/>
              </a:rPr>
              <a:t>Design and Analysis Overview</a:t>
            </a:r>
            <a:endParaRPr b="0" lang="en-US" sz="1600" strike="noStrike" u="none">
              <a:solidFill>
                <a:srgbClr val="000000"/>
              </a:solidFill>
              <a:effectLst/>
              <a:uFillTx/>
              <a:latin typeface="OpenSymbol"/>
            </a:endParaRPr>
          </a:p>
        </p:txBody>
      </p:sp>
      <p:sp>
        <p:nvSpPr>
          <p:cNvPr id="83" name="Google Shape;156;p29"/>
          <p:cNvSpPr/>
          <p:nvPr/>
        </p:nvSpPr>
        <p:spPr>
          <a:xfrm>
            <a:off x="4667400" y="171360"/>
            <a:ext cx="828360" cy="1234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800" strike="noStrike" u="none">
                <a:solidFill>
                  <a:schemeClr val="dk1"/>
                </a:solidFill>
                <a:effectLst/>
                <a:uFillTx/>
                <a:latin typeface="Arial"/>
              </a:rPr>
              <a:t>PROJECTS</a:t>
            </a:r>
            <a:endParaRPr b="0" lang="en-US" sz="800" strike="noStrike" u="none">
              <a:solidFill>
                <a:srgbClr val="000000"/>
              </a:solidFill>
              <a:effectLst/>
              <a:uFillTx/>
              <a:latin typeface="OpenSymbol"/>
            </a:endParaRPr>
          </a:p>
        </p:txBody>
      </p:sp>
      <p:sp>
        <p:nvSpPr>
          <p:cNvPr id="84" name="Google Shape;157;p29"/>
          <p:cNvSpPr/>
          <p:nvPr/>
        </p:nvSpPr>
        <p:spPr>
          <a:xfrm>
            <a:off x="7867800" y="133200"/>
            <a:ext cx="1047240" cy="180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1200" strike="noStrike" u="none">
                <a:solidFill>
                  <a:schemeClr val="dk1"/>
                </a:solidFill>
                <a:effectLst/>
                <a:uFillTx/>
                <a:latin typeface="Arial"/>
              </a:rPr>
              <a:t>DD/MM/20XX</a:t>
            </a:r>
            <a:endParaRPr b="0" lang="en-US" sz="1200" strike="noStrike" u="none">
              <a:solidFill>
                <a:srgbClr val="000000"/>
              </a:solidFill>
              <a:effectLst/>
              <a:uFillTx/>
              <a:latin typeface="OpenSymbol"/>
            </a:endParaRPr>
          </a:p>
        </p:txBody>
      </p:sp>
      <p:sp>
        <p:nvSpPr>
          <p:cNvPr id="85" name="Google Shape;158;p29"/>
          <p:cNvSpPr/>
          <p:nvPr/>
        </p:nvSpPr>
        <p:spPr>
          <a:xfrm>
            <a:off x="3648240" y="171360"/>
            <a:ext cx="828360" cy="1234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800" strike="noStrike" u="none">
                <a:solidFill>
                  <a:schemeClr val="dk1"/>
                </a:solidFill>
                <a:effectLst/>
                <a:uFillTx/>
                <a:latin typeface="Arial"/>
              </a:rPr>
              <a:t>COMPANY</a:t>
            </a:r>
            <a:endParaRPr b="0" lang="en-US" sz="800" strike="noStrike" u="none">
              <a:solidFill>
                <a:srgbClr val="000000"/>
              </a:solidFill>
              <a:effectLst/>
              <a:uFillTx/>
              <a:latin typeface="OpenSymbol"/>
            </a:endParaRPr>
          </a:p>
        </p:txBody>
      </p:sp>
      <p:sp>
        <p:nvSpPr>
          <p:cNvPr id="86" name="Google Shape;159;p29"/>
          <p:cNvSpPr/>
          <p:nvPr/>
        </p:nvSpPr>
        <p:spPr>
          <a:xfrm>
            <a:off x="228600" y="133200"/>
            <a:ext cx="1047240" cy="180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1200" strike="noStrike" u="none">
                <a:solidFill>
                  <a:schemeClr val="dk1"/>
                </a:solidFill>
                <a:effectLst/>
                <a:uFillTx/>
                <a:latin typeface="Arial"/>
              </a:rPr>
              <a:t>YOUR NAME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28600" y="266760"/>
            <a:ext cx="4304880" cy="2057040"/>
          </a:xfrm>
          <a:prstGeom prst="rect">
            <a:avLst/>
          </a:prstGeom>
          <a:noFill/>
          <a:ln w="0">
            <a:noFill/>
          </a:ln>
        </p:spPr>
        <p:txBody>
          <a:bodyPr lIns="91440" rIns="91440" tIns="91440" bIns="91440" anchor="b">
            <a:normAutofit/>
          </a:bodyPr>
          <a:p>
            <a:pPr indent="0">
              <a:lnSpc>
                <a:spcPct val="120000"/>
              </a:lnSpc>
              <a:buNone/>
              <a:tabLst>
                <a:tab algn="l" pos="0"/>
              </a:tabLst>
            </a:pPr>
            <a:r>
              <a:rPr b="0" lang="en-US" sz="2600" strike="noStrike" u="none">
                <a:solidFill>
                  <a:srgbClr val="000000"/>
                </a:solidFill>
                <a:effectLst/>
                <a:uFillTx/>
                <a:latin typeface="Calibri"/>
                <a:ea typeface="Hubot Sans Medium"/>
              </a:rPr>
              <a:t>Introduction</a:t>
            </a:r>
            <a:endParaRPr b="0" lang="fr-FR" sz="2600" strike="noStrike" u="none">
              <a:solidFill>
                <a:schemeClr val="dk1"/>
              </a:solidFill>
              <a:effectLst/>
              <a:uFillTx/>
              <a:latin typeface="Arial"/>
            </a:endParaRPr>
          </a:p>
        </p:txBody>
      </p:sp>
      <p:sp>
        <p:nvSpPr>
          <p:cNvPr id="88" name="PlaceHolder 2"/>
          <p:cNvSpPr>
            <a:spLocks noGrp="1"/>
          </p:cNvSpPr>
          <p:nvPr>
            <p:ph type="subTitle"/>
          </p:nvPr>
        </p:nvSpPr>
        <p:spPr>
          <a:xfrm>
            <a:off x="2876400" y="2543040"/>
            <a:ext cx="6038640" cy="20570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Conductive hearing loss occurs when sound is not effectively transmitted in the middle ear. Total Ossicular Replacement Prostheses (TORPs) restore hearing by replacing damaged ossicles. Essential TORP requirements include </a:t>
            </a:r>
            <a:r>
              <a:rPr b="1" lang="en-US" sz="1200" strike="noStrike" u="none">
                <a:solidFill>
                  <a:srgbClr val="000000"/>
                </a:solidFill>
                <a:effectLst/>
                <a:uFillTx/>
                <a:latin typeface="Calibri"/>
                <a:ea typeface="Work Sans"/>
              </a:rPr>
              <a:t>biocompatibility</a:t>
            </a:r>
            <a:r>
              <a:rPr b="0" lang="en-US" sz="1200" strike="noStrike" u="none">
                <a:solidFill>
                  <a:srgbClr val="000000"/>
                </a:solidFill>
                <a:effectLst/>
                <a:uFillTx/>
                <a:latin typeface="Calibri"/>
                <a:ea typeface="Work Sans"/>
              </a:rPr>
              <a:t>, mechanical stability, and absence of resonance to ensure reliable performance.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228600" y="1200240"/>
            <a:ext cx="6981480" cy="2276280"/>
          </a:xfrm>
          <a:prstGeom prst="rect">
            <a:avLst/>
          </a:prstGeom>
          <a:noFill/>
          <a:ln w="0">
            <a:noFill/>
          </a:ln>
        </p:spPr>
        <p:txBody>
          <a:bodyPr lIns="91440" rIns="91440" tIns="91440" bIns="91440" anchor="b">
            <a:normAutofit/>
          </a:bodyPr>
          <a:p>
            <a:pPr indent="0">
              <a:lnSpc>
                <a:spcPct val="120000"/>
              </a:lnSpc>
              <a:buNone/>
              <a:tabLst>
                <a:tab algn="l" pos="0"/>
              </a:tabLst>
            </a:pPr>
            <a:r>
              <a:rPr b="0" lang="en-US" sz="5200" strike="noStrike" u="none">
                <a:solidFill>
                  <a:srgbClr val="000000"/>
                </a:solidFill>
                <a:effectLst/>
                <a:uFillTx/>
                <a:latin typeface="Calibri"/>
                <a:ea typeface="Hubot Sans Medium"/>
              </a:rPr>
              <a:t>Conductive Hearing Loss &amp; TORPs</a:t>
            </a:r>
            <a:endParaRPr b="0" lang="fr-FR" sz="5200" strike="noStrike" u="none">
              <a:solidFill>
                <a:schemeClr val="dk1"/>
              </a:solidFill>
              <a:effectLst/>
              <a:uFillTx/>
              <a:latin typeface="Arial"/>
            </a:endParaRPr>
          </a:p>
        </p:txBody>
      </p:sp>
      <p:sp>
        <p:nvSpPr>
          <p:cNvPr id="90" name="PlaceHolder 2"/>
          <p:cNvSpPr>
            <a:spLocks noGrp="1"/>
          </p:cNvSpPr>
          <p:nvPr>
            <p:ph type="title"/>
          </p:nvPr>
        </p:nvSpPr>
        <p:spPr>
          <a:xfrm>
            <a:off x="228600" y="3400560"/>
            <a:ext cx="1238040" cy="1104480"/>
          </a:xfrm>
          <a:prstGeom prst="rect">
            <a:avLst/>
          </a:prstGeom>
          <a:noFill/>
          <a:ln w="0">
            <a:noFill/>
          </a:ln>
        </p:spPr>
        <p:txBody>
          <a:bodyPr lIns="91440" rIns="91440" tIns="91440" bIns="91440" anchor="b">
            <a:normAutofit fontScale="92500" lnSpcReduction="9999"/>
          </a:bodyPr>
          <a:p>
            <a:pPr indent="0">
              <a:lnSpc>
                <a:spcPct val="120000"/>
              </a:lnSpc>
              <a:buNone/>
              <a:tabLst>
                <a:tab algn="l" pos="0"/>
              </a:tabLst>
            </a:pPr>
            <a:r>
              <a:rPr b="0" lang="en-US" sz="6000" strike="noStrike" u="none">
                <a:solidFill>
                  <a:srgbClr val="ffffff"/>
                </a:solidFill>
                <a:effectLst/>
                <a:uFillTx/>
                <a:latin typeface="Calibri"/>
                <a:ea typeface="Hubot Sans Medium"/>
              </a:rPr>
              <a:t>01</a:t>
            </a:r>
            <a:endParaRPr b="0" lang="fr-FR" sz="6000" strike="noStrike" u="none">
              <a:solidFill>
                <a:schemeClr val="dk1"/>
              </a:solidFill>
              <a:effectLst/>
              <a:uFillTx/>
              <a:latin typeface="Arial"/>
            </a:endParaRPr>
          </a:p>
        </p:txBody>
      </p:sp>
      <p:sp>
        <p:nvSpPr>
          <p:cNvPr id="91" name="PlaceHolder 3"/>
          <p:cNvSpPr>
            <a:spLocks noGrp="1"/>
          </p:cNvSpPr>
          <p:nvPr>
            <p:ph type="subTitle"/>
          </p:nvPr>
        </p:nvSpPr>
        <p:spPr>
          <a:xfrm>
            <a:off x="2266920" y="409680"/>
            <a:ext cx="6447960" cy="628200"/>
          </a:xfrm>
          <a:prstGeom prst="rect">
            <a:avLst/>
          </a:prstGeom>
          <a:noFill/>
          <a:ln w="0">
            <a:noFill/>
          </a:ln>
        </p:spPr>
        <p:txBody>
          <a:bodyPr lIns="91440" rIns="91440" tIns="91440" bIns="91440" anchor="b">
            <a:normAutofit/>
          </a:bodyPr>
          <a:p>
            <a:pPr indent="0" algn="ctr">
              <a:buNone/>
            </a:pPr>
            <a:endParaRPr b="0" lang="en-US" sz="1400" strike="noStrike" u="none">
              <a:solidFill>
                <a:schemeClr val="dk1"/>
              </a:solidFill>
              <a:effectLst/>
              <a:uFillTx/>
              <a:latin typeface="Work Sans"/>
              <a:ea typeface="Work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228600" y="266760"/>
            <a:ext cx="4304880" cy="2057040"/>
          </a:xfrm>
          <a:prstGeom prst="rect">
            <a:avLst/>
          </a:prstGeom>
          <a:noFill/>
          <a:ln w="0">
            <a:noFill/>
          </a:ln>
        </p:spPr>
        <p:txBody>
          <a:bodyPr lIns="91440" rIns="91440" tIns="91440" bIns="91440" anchor="b">
            <a:normAutofit/>
          </a:bodyPr>
          <a:p>
            <a:pPr indent="0">
              <a:lnSpc>
                <a:spcPct val="120000"/>
              </a:lnSpc>
              <a:buNone/>
              <a:tabLst>
                <a:tab algn="l" pos="0"/>
              </a:tabLst>
            </a:pPr>
            <a:r>
              <a:rPr b="0" lang="en-US" sz="2600" strike="noStrike" u="none">
                <a:solidFill>
                  <a:srgbClr val="000000"/>
                </a:solidFill>
                <a:effectLst/>
                <a:uFillTx/>
                <a:latin typeface="Calibri"/>
                <a:ea typeface="Hubot Sans Medium"/>
              </a:rPr>
              <a:t>Understanding conductive hearing loss</a:t>
            </a:r>
            <a:endParaRPr b="0" lang="fr-FR" sz="2600" strike="noStrike" u="none">
              <a:solidFill>
                <a:schemeClr val="dk1"/>
              </a:solidFill>
              <a:effectLst/>
              <a:uFillTx/>
              <a:latin typeface="Arial"/>
            </a:endParaRPr>
          </a:p>
        </p:txBody>
      </p:sp>
      <p:sp>
        <p:nvSpPr>
          <p:cNvPr id="93" name="PlaceHolder 2"/>
          <p:cNvSpPr>
            <a:spLocks noGrp="1"/>
          </p:cNvSpPr>
          <p:nvPr>
            <p:ph type="subTitle"/>
          </p:nvPr>
        </p:nvSpPr>
        <p:spPr>
          <a:xfrm>
            <a:off x="2876400" y="2543040"/>
            <a:ext cx="6038640" cy="20570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Sound vibrations fail to effectively reach the inner ear due to ossicular chain damage, resulting in hearing impairment. TORPs restore the mechanical linkage between the eardrum and cochlea, improving auditory function.</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228600" y="1209600"/>
            <a:ext cx="4323960" cy="571320"/>
          </a:xfrm>
          <a:prstGeom prst="rect">
            <a:avLst/>
          </a:prstGeom>
          <a:noFill/>
          <a:ln w="0">
            <a:noFill/>
          </a:ln>
        </p:spPr>
        <p:txBody>
          <a:bodyPr lIns="91440" rIns="91440" tIns="91440" bIns="91440" anchor="b">
            <a:normAutofit fontScale="92500" lnSpcReduction="19999"/>
          </a:bodyPr>
          <a:p>
            <a:pPr indent="0">
              <a:lnSpc>
                <a:spcPct val="120000"/>
              </a:lnSpc>
              <a:buNone/>
              <a:tabLst>
                <a:tab algn="l" pos="0"/>
              </a:tabLst>
            </a:pPr>
            <a:r>
              <a:rPr b="0" lang="en-US" sz="2600" strike="noStrike" u="none">
                <a:solidFill>
                  <a:srgbClr val="000000"/>
                </a:solidFill>
                <a:effectLst/>
                <a:uFillTx/>
                <a:latin typeface="Calibri"/>
                <a:ea typeface="Hubot Sans Medium"/>
              </a:rPr>
              <a:t>Importance of TORPs in treatment</a:t>
            </a:r>
            <a:endParaRPr b="0" lang="fr-FR" sz="2600" strike="noStrike" u="none">
              <a:solidFill>
                <a:schemeClr val="dk1"/>
              </a:solidFill>
              <a:effectLst/>
              <a:uFillTx/>
              <a:latin typeface="Arial"/>
            </a:endParaRPr>
          </a:p>
        </p:txBody>
      </p:sp>
      <p:sp>
        <p:nvSpPr>
          <p:cNvPr id="95" name="PlaceHolder 2"/>
          <p:cNvSpPr>
            <a:spLocks noGrp="1"/>
          </p:cNvSpPr>
          <p:nvPr>
            <p:ph type="subTitle"/>
          </p:nvPr>
        </p:nvSpPr>
        <p:spPr>
          <a:xfrm>
            <a:off x="228600" y="1781280"/>
            <a:ext cx="4323960" cy="21618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TORPs replace the entire ossicular chain, reestablishing sound transmission in patients with severe conductive hearing loss. Proper design avoids tissue damage and ensures long-term implant success.</a:t>
            </a:r>
            <a:endParaRPr b="0" lang="en-US" sz="1200" strike="noStrike" u="none">
              <a:solidFill>
                <a:srgbClr val="000000"/>
              </a:solidFill>
              <a:effectLst/>
              <a:uFillTx/>
              <a:latin typeface="OpenSymbol"/>
            </a:endParaRPr>
          </a:p>
        </p:txBody>
      </p:sp>
      <p:sp>
        <p:nvSpPr>
          <p:cNvPr id="96" name="Google Shape;224;p32" title="scenes-people-work.jpg"/>
          <p:cNvSpPr/>
          <p:nvPr/>
        </p:nvSpPr>
        <p:spPr>
          <a:xfrm>
            <a:off x="5473080" y="228600"/>
            <a:ext cx="3441960" cy="4663080"/>
          </a:xfrm>
          <a:prstGeom prst="roundRect">
            <a:avLst>
              <a:gd name="adj" fmla="val 16667"/>
            </a:avLst>
          </a:prstGeom>
          <a:blipFill rotWithShape="0">
            <a:blip r:embed="rId1"/>
            <a:srcRect/>
            <a:stretch/>
          </a:blipFill>
          <a:ln w="19050">
            <a:solidFill>
              <a:srgbClr val="fea86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28600" y="266760"/>
            <a:ext cx="4304880" cy="2057040"/>
          </a:xfrm>
          <a:prstGeom prst="rect">
            <a:avLst/>
          </a:prstGeom>
          <a:noFill/>
          <a:ln w="0">
            <a:noFill/>
          </a:ln>
        </p:spPr>
        <p:txBody>
          <a:bodyPr lIns="91440" rIns="91440" tIns="91440" bIns="91440" anchor="b">
            <a:normAutofit/>
          </a:bodyPr>
          <a:p>
            <a:pPr indent="0">
              <a:lnSpc>
                <a:spcPct val="120000"/>
              </a:lnSpc>
              <a:buNone/>
              <a:tabLst>
                <a:tab algn="l" pos="0"/>
              </a:tabLst>
            </a:pPr>
            <a:r>
              <a:rPr b="0" lang="en-US" sz="2600" strike="noStrike" u="none">
                <a:solidFill>
                  <a:srgbClr val="000000"/>
                </a:solidFill>
                <a:effectLst/>
                <a:uFillTx/>
                <a:latin typeface="Calibri"/>
                <a:ea typeface="Hubot Sans Medium"/>
              </a:rPr>
              <a:t>Essential design requirements for TORPs</a:t>
            </a:r>
            <a:endParaRPr b="0" lang="fr-FR" sz="2600" strike="noStrike" u="none">
              <a:solidFill>
                <a:schemeClr val="dk1"/>
              </a:solidFill>
              <a:effectLst/>
              <a:uFillTx/>
              <a:latin typeface="Arial"/>
            </a:endParaRPr>
          </a:p>
        </p:txBody>
      </p:sp>
      <p:sp>
        <p:nvSpPr>
          <p:cNvPr id="98" name="PlaceHolder 2"/>
          <p:cNvSpPr>
            <a:spLocks noGrp="1"/>
          </p:cNvSpPr>
          <p:nvPr>
            <p:ph type="subTitle"/>
          </p:nvPr>
        </p:nvSpPr>
        <p:spPr>
          <a:xfrm>
            <a:off x="2876400" y="2543040"/>
            <a:ext cx="6038640" cy="20570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Materials must be </a:t>
            </a:r>
            <a:r>
              <a:rPr b="1" lang="en-US" sz="1200" strike="noStrike" u="none">
                <a:solidFill>
                  <a:srgbClr val="000000"/>
                </a:solidFill>
                <a:effectLst/>
                <a:uFillTx/>
                <a:latin typeface="Calibri"/>
                <a:ea typeface="Work Sans"/>
              </a:rPr>
              <a:t>biocompatible</a:t>
            </a:r>
            <a:r>
              <a:rPr b="0" lang="en-US" sz="1200" strike="noStrike" u="none">
                <a:solidFill>
                  <a:srgbClr val="000000"/>
                </a:solidFill>
                <a:effectLst/>
                <a:uFillTx/>
                <a:latin typeface="Calibri"/>
                <a:ea typeface="Work Sans"/>
              </a:rPr>
              <a:t> to avoid rejection. Prostheses must be mechanically stable under physiological loads and avoid resonance within the human hearing range (100–6000 Hz) to prevent sound distortion.</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228600" y="1200240"/>
            <a:ext cx="6981480" cy="2276280"/>
          </a:xfrm>
          <a:prstGeom prst="rect">
            <a:avLst/>
          </a:prstGeom>
          <a:noFill/>
          <a:ln w="0">
            <a:noFill/>
          </a:ln>
        </p:spPr>
        <p:txBody>
          <a:bodyPr lIns="91440" rIns="91440" tIns="91440" bIns="91440" anchor="b">
            <a:normAutofit/>
          </a:bodyPr>
          <a:p>
            <a:pPr indent="0">
              <a:lnSpc>
                <a:spcPct val="120000"/>
              </a:lnSpc>
              <a:buNone/>
              <a:tabLst>
                <a:tab algn="l" pos="0"/>
              </a:tabLst>
            </a:pPr>
            <a:r>
              <a:rPr b="0" lang="en-US" sz="5200" strike="noStrike" u="none">
                <a:solidFill>
                  <a:srgbClr val="000000"/>
                </a:solidFill>
                <a:effectLst/>
                <a:uFillTx/>
                <a:latin typeface="Calibri"/>
                <a:ea typeface="Hubot Sans Medium"/>
              </a:rPr>
              <a:t>Design and Analysis of TORPs</a:t>
            </a:r>
            <a:endParaRPr b="0" lang="fr-FR" sz="5200" strike="noStrike" u="none">
              <a:solidFill>
                <a:schemeClr val="dk1"/>
              </a:solidFill>
              <a:effectLst/>
              <a:uFillTx/>
              <a:latin typeface="Arial"/>
            </a:endParaRPr>
          </a:p>
        </p:txBody>
      </p:sp>
      <p:sp>
        <p:nvSpPr>
          <p:cNvPr id="100" name="PlaceHolder 2"/>
          <p:cNvSpPr>
            <a:spLocks noGrp="1"/>
          </p:cNvSpPr>
          <p:nvPr>
            <p:ph type="title"/>
          </p:nvPr>
        </p:nvSpPr>
        <p:spPr>
          <a:xfrm>
            <a:off x="228600" y="3400560"/>
            <a:ext cx="1238040" cy="1104480"/>
          </a:xfrm>
          <a:prstGeom prst="rect">
            <a:avLst/>
          </a:prstGeom>
          <a:noFill/>
          <a:ln w="0">
            <a:noFill/>
          </a:ln>
        </p:spPr>
        <p:txBody>
          <a:bodyPr lIns="91440" rIns="91440" tIns="91440" bIns="91440" anchor="b">
            <a:normAutofit fontScale="92500" lnSpcReduction="9999"/>
          </a:bodyPr>
          <a:p>
            <a:pPr indent="0">
              <a:lnSpc>
                <a:spcPct val="120000"/>
              </a:lnSpc>
              <a:buNone/>
              <a:tabLst>
                <a:tab algn="l" pos="0"/>
              </a:tabLst>
            </a:pPr>
            <a:r>
              <a:rPr b="0" lang="en-US" sz="6000" strike="noStrike" u="none">
                <a:solidFill>
                  <a:srgbClr val="ffffff"/>
                </a:solidFill>
                <a:effectLst/>
                <a:uFillTx/>
                <a:latin typeface="Calibri"/>
                <a:ea typeface="Hubot Sans Medium"/>
              </a:rPr>
              <a:t>02</a:t>
            </a:r>
            <a:endParaRPr b="0" lang="fr-FR" sz="6000" strike="noStrike" u="none">
              <a:solidFill>
                <a:schemeClr val="dk1"/>
              </a:solidFill>
              <a:effectLst/>
              <a:uFillTx/>
              <a:latin typeface="Arial"/>
            </a:endParaRPr>
          </a:p>
        </p:txBody>
      </p:sp>
      <p:sp>
        <p:nvSpPr>
          <p:cNvPr id="101" name="PlaceHolder 3"/>
          <p:cNvSpPr>
            <a:spLocks noGrp="1"/>
          </p:cNvSpPr>
          <p:nvPr>
            <p:ph type="subTitle"/>
          </p:nvPr>
        </p:nvSpPr>
        <p:spPr>
          <a:xfrm>
            <a:off x="2266920" y="409680"/>
            <a:ext cx="6447960" cy="628200"/>
          </a:xfrm>
          <a:prstGeom prst="rect">
            <a:avLst/>
          </a:prstGeom>
          <a:noFill/>
          <a:ln w="0">
            <a:noFill/>
          </a:ln>
        </p:spPr>
        <p:txBody>
          <a:bodyPr lIns="91440" rIns="91440" tIns="91440" bIns="91440" anchor="b">
            <a:normAutofit/>
          </a:bodyPr>
          <a:p>
            <a:pPr indent="0" algn="ctr">
              <a:buNone/>
            </a:pPr>
            <a:endParaRPr b="0" lang="en-US" sz="1400" strike="noStrike" u="none">
              <a:solidFill>
                <a:schemeClr val="dk1"/>
              </a:solidFill>
              <a:effectLst/>
              <a:uFillTx/>
              <a:latin typeface="Work Sans"/>
              <a:ea typeface="Work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228600" y="1209600"/>
            <a:ext cx="4323960" cy="571320"/>
          </a:xfrm>
          <a:prstGeom prst="rect">
            <a:avLst/>
          </a:prstGeom>
          <a:noFill/>
          <a:ln w="0">
            <a:noFill/>
          </a:ln>
        </p:spPr>
        <p:txBody>
          <a:bodyPr lIns="91440" rIns="91440" tIns="91440" bIns="91440" anchor="b">
            <a:normAutofit fontScale="85000" lnSpcReduction="9999"/>
          </a:bodyPr>
          <a:p>
            <a:pPr indent="0">
              <a:lnSpc>
                <a:spcPct val="120000"/>
              </a:lnSpc>
              <a:buNone/>
              <a:tabLst>
                <a:tab algn="l" pos="0"/>
              </a:tabLst>
            </a:pPr>
            <a:r>
              <a:rPr b="0" lang="en-US" sz="2600" strike="noStrike" u="none">
                <a:solidFill>
                  <a:srgbClr val="000000"/>
                </a:solidFill>
                <a:effectLst/>
                <a:uFillTx/>
                <a:latin typeface="Calibri"/>
                <a:ea typeface="Hubot Sans Medium"/>
              </a:rPr>
              <a:t>CAD modeling and key design features</a:t>
            </a:r>
            <a:endParaRPr b="0" lang="fr-FR" sz="2600" strike="noStrike" u="none">
              <a:solidFill>
                <a:schemeClr val="dk1"/>
              </a:solidFill>
              <a:effectLst/>
              <a:uFillTx/>
              <a:latin typeface="Arial"/>
            </a:endParaRPr>
          </a:p>
        </p:txBody>
      </p:sp>
      <p:sp>
        <p:nvSpPr>
          <p:cNvPr id="103" name="PlaceHolder 2"/>
          <p:cNvSpPr>
            <a:spLocks noGrp="1"/>
          </p:cNvSpPr>
          <p:nvPr>
            <p:ph type="subTitle"/>
          </p:nvPr>
        </p:nvSpPr>
        <p:spPr>
          <a:xfrm>
            <a:off x="228600" y="1781280"/>
            <a:ext cx="4323960" cy="21618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The TORP model was developed in Autodesk Fusion 360 featuring a </a:t>
            </a:r>
            <a:r>
              <a:rPr b="1" lang="en-US" sz="1200" strike="noStrike" u="none">
                <a:solidFill>
                  <a:srgbClr val="000000"/>
                </a:solidFill>
                <a:effectLst/>
                <a:uFillTx/>
                <a:latin typeface="Calibri"/>
                <a:ea typeface="Work Sans"/>
              </a:rPr>
              <a:t>footplate, shaft, and head</a:t>
            </a:r>
            <a:r>
              <a:rPr b="0" lang="en-US" sz="1200" strike="noStrike" u="none">
                <a:solidFill>
                  <a:srgbClr val="000000"/>
                </a:solidFill>
                <a:effectLst/>
                <a:uFillTx/>
                <a:latin typeface="Calibri"/>
                <a:ea typeface="Work Sans"/>
              </a:rPr>
              <a:t> with precise dimensions designed for anatomical fit, manufacturability, and mechanical robustness.</a:t>
            </a:r>
            <a:endParaRPr b="0" lang="en-US" sz="1200" strike="noStrike" u="none">
              <a:solidFill>
                <a:srgbClr val="000000"/>
              </a:solidFill>
              <a:effectLst/>
              <a:uFillTx/>
              <a:latin typeface="OpenSymbol"/>
            </a:endParaRPr>
          </a:p>
        </p:txBody>
      </p:sp>
      <p:sp>
        <p:nvSpPr>
          <p:cNvPr id="104" name="Google Shape;224;p32" title="scenes-people-work.jpg"/>
          <p:cNvSpPr/>
          <p:nvPr/>
        </p:nvSpPr>
        <p:spPr>
          <a:xfrm>
            <a:off x="5473080" y="228600"/>
            <a:ext cx="3441960" cy="4663080"/>
          </a:xfrm>
          <a:prstGeom prst="roundRect">
            <a:avLst>
              <a:gd name="adj" fmla="val 16667"/>
            </a:avLst>
          </a:prstGeom>
          <a:blipFill rotWithShape="0">
            <a:blip r:embed="rId1"/>
            <a:srcRect/>
            <a:stretch/>
          </a:blipFill>
          <a:ln w="19050">
            <a:solidFill>
              <a:srgbClr val="fea86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228600" y="266760"/>
            <a:ext cx="4304880" cy="2057040"/>
          </a:xfrm>
          <a:prstGeom prst="rect">
            <a:avLst/>
          </a:prstGeom>
          <a:noFill/>
          <a:ln w="0">
            <a:noFill/>
          </a:ln>
        </p:spPr>
        <p:txBody>
          <a:bodyPr lIns="91440" rIns="91440" tIns="91440" bIns="91440" anchor="b">
            <a:normAutofit/>
          </a:bodyPr>
          <a:p>
            <a:pPr indent="0">
              <a:lnSpc>
                <a:spcPct val="120000"/>
              </a:lnSpc>
              <a:buNone/>
              <a:tabLst>
                <a:tab algn="l" pos="0"/>
              </a:tabLst>
            </a:pPr>
            <a:r>
              <a:rPr b="0" lang="en-US" sz="2600" strike="noStrike" u="none">
                <a:solidFill>
                  <a:srgbClr val="000000"/>
                </a:solidFill>
                <a:effectLst/>
                <a:uFillTx/>
                <a:latin typeface="Calibri"/>
                <a:ea typeface="Hubot Sans Medium"/>
              </a:rPr>
              <a:t>Material selection and properties</a:t>
            </a:r>
            <a:endParaRPr b="0" lang="fr-FR" sz="2600" strike="noStrike" u="none">
              <a:solidFill>
                <a:schemeClr val="dk1"/>
              </a:solidFill>
              <a:effectLst/>
              <a:uFillTx/>
              <a:latin typeface="Arial"/>
            </a:endParaRPr>
          </a:p>
        </p:txBody>
      </p:sp>
      <p:sp>
        <p:nvSpPr>
          <p:cNvPr id="106" name="PlaceHolder 2"/>
          <p:cNvSpPr>
            <a:spLocks noGrp="1"/>
          </p:cNvSpPr>
          <p:nvPr>
            <p:ph type="subTitle"/>
          </p:nvPr>
        </p:nvSpPr>
        <p:spPr>
          <a:xfrm>
            <a:off x="2876400" y="2543040"/>
            <a:ext cx="6038640" cy="20570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Ti-6Al-4V titanium alloy was selected due to its </a:t>
            </a:r>
            <a:r>
              <a:rPr b="1" lang="en-US" sz="1200" strike="noStrike" u="none">
                <a:solidFill>
                  <a:srgbClr val="000000"/>
                </a:solidFill>
                <a:effectLst/>
                <a:uFillTx/>
                <a:latin typeface="Calibri"/>
                <a:ea typeface="Work Sans"/>
              </a:rPr>
              <a:t>high strength-to-weight ratio</a:t>
            </a:r>
            <a:r>
              <a:rPr b="0" lang="en-US" sz="1200" strike="noStrike" u="none">
                <a:solidFill>
                  <a:srgbClr val="000000"/>
                </a:solidFill>
                <a:effectLst/>
                <a:uFillTx/>
                <a:latin typeface="Calibri"/>
                <a:ea typeface="Work Sans"/>
              </a:rPr>
              <a:t>, excellent corrosion resistance, and proven biocompatibility for long-term implantation.</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228600" y="266760"/>
            <a:ext cx="4304880" cy="2057040"/>
          </a:xfrm>
          <a:prstGeom prst="rect">
            <a:avLst/>
          </a:prstGeom>
          <a:noFill/>
          <a:ln w="0">
            <a:noFill/>
          </a:ln>
        </p:spPr>
        <p:txBody>
          <a:bodyPr lIns="91440" rIns="91440" tIns="91440" bIns="91440" anchor="b">
            <a:normAutofit/>
          </a:bodyPr>
          <a:p>
            <a:pPr indent="0">
              <a:lnSpc>
                <a:spcPct val="120000"/>
              </a:lnSpc>
              <a:buNone/>
              <a:tabLst>
                <a:tab algn="l" pos="0"/>
              </a:tabLst>
            </a:pPr>
            <a:r>
              <a:rPr b="0" lang="en-US" sz="2600" strike="noStrike" u="none">
                <a:solidFill>
                  <a:srgbClr val="000000"/>
                </a:solidFill>
                <a:effectLst/>
                <a:uFillTx/>
                <a:latin typeface="Calibri"/>
                <a:ea typeface="Hubot Sans Medium"/>
              </a:rPr>
              <a:t>Simulation methodologies and analysis results</a:t>
            </a:r>
            <a:endParaRPr b="0" lang="fr-FR" sz="2600" strike="noStrike" u="none">
              <a:solidFill>
                <a:schemeClr val="dk1"/>
              </a:solidFill>
              <a:effectLst/>
              <a:uFillTx/>
              <a:latin typeface="Arial"/>
            </a:endParaRPr>
          </a:p>
        </p:txBody>
      </p:sp>
      <p:sp>
        <p:nvSpPr>
          <p:cNvPr id="108" name="PlaceHolder 2"/>
          <p:cNvSpPr>
            <a:spLocks noGrp="1"/>
          </p:cNvSpPr>
          <p:nvPr>
            <p:ph type="subTitle"/>
          </p:nvPr>
        </p:nvSpPr>
        <p:spPr>
          <a:xfrm>
            <a:off x="2876400" y="2543040"/>
            <a:ext cx="6038640" cy="20570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Static stress analysis revealed maximum displacement in the nanometer range and stress far below the titanium yield strength, with a safety factor of 15. Modal analysis showed natural frequencies from 7.4 kHz to 188 kHz, all above the hearing range, ensuring dynamic stability without resonance.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228600" y="266760"/>
            <a:ext cx="4304880" cy="2057040"/>
          </a:xfrm>
          <a:prstGeom prst="rect">
            <a:avLst/>
          </a:prstGeom>
          <a:noFill/>
          <a:ln w="0">
            <a:noFill/>
          </a:ln>
        </p:spPr>
        <p:txBody>
          <a:bodyPr lIns="91440" rIns="91440" tIns="91440" bIns="91440" anchor="b">
            <a:normAutofit/>
          </a:bodyPr>
          <a:p>
            <a:pPr indent="0">
              <a:lnSpc>
                <a:spcPct val="120000"/>
              </a:lnSpc>
              <a:buNone/>
              <a:tabLst>
                <a:tab algn="l" pos="0"/>
              </a:tabLst>
            </a:pPr>
            <a:r>
              <a:rPr b="0" lang="en-US" sz="2600" strike="noStrike" u="none">
                <a:solidFill>
                  <a:srgbClr val="000000"/>
                </a:solidFill>
                <a:effectLst/>
                <a:uFillTx/>
                <a:latin typeface="Calibri"/>
                <a:ea typeface="Hubot Sans Medium"/>
              </a:rPr>
              <a:t>Essential design requirements for TORPs</a:t>
            </a:r>
            <a:endParaRPr b="0" lang="fr-FR" sz="2600" strike="noStrike" u="none">
              <a:solidFill>
                <a:schemeClr val="dk1"/>
              </a:solidFill>
              <a:effectLst/>
              <a:uFillTx/>
              <a:latin typeface="Arial"/>
            </a:endParaRPr>
          </a:p>
        </p:txBody>
      </p:sp>
      <p:sp>
        <p:nvSpPr>
          <p:cNvPr id="110" name="PlaceHolder 2"/>
          <p:cNvSpPr>
            <a:spLocks noGrp="1"/>
          </p:cNvSpPr>
          <p:nvPr>
            <p:ph type="subTitle"/>
          </p:nvPr>
        </p:nvSpPr>
        <p:spPr>
          <a:xfrm>
            <a:off x="2876400" y="2543040"/>
            <a:ext cx="6038640" cy="20570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TORPs must be </a:t>
            </a:r>
            <a:r>
              <a:rPr b="1" lang="en-US" sz="1200" strike="noStrike" u="none">
                <a:solidFill>
                  <a:srgbClr val="000000"/>
                </a:solidFill>
                <a:effectLst/>
                <a:uFillTx/>
                <a:latin typeface="Calibri"/>
                <a:ea typeface="Work Sans"/>
              </a:rPr>
              <a:t>biocompatible</a:t>
            </a:r>
            <a:r>
              <a:rPr b="0" lang="en-US" sz="1200" strike="noStrike" u="none">
                <a:solidFill>
                  <a:srgbClr val="000000"/>
                </a:solidFill>
                <a:effectLst/>
                <a:uFillTx/>
                <a:latin typeface="Calibri"/>
                <a:ea typeface="Work Sans"/>
              </a:rPr>
              <a:t>, mechanically stable, and free from resonance effects within the hearing frequency range to ensure reliable auditory performance and long-term implant success.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228600" y="1200240"/>
            <a:ext cx="6981480" cy="2276280"/>
          </a:xfrm>
          <a:prstGeom prst="rect">
            <a:avLst/>
          </a:prstGeom>
          <a:noFill/>
          <a:ln w="0">
            <a:noFill/>
          </a:ln>
        </p:spPr>
        <p:txBody>
          <a:bodyPr lIns="91440" rIns="91440" tIns="91440" bIns="91440" anchor="b">
            <a:normAutofit/>
          </a:bodyPr>
          <a:p>
            <a:pPr indent="0">
              <a:lnSpc>
                <a:spcPct val="120000"/>
              </a:lnSpc>
              <a:buNone/>
              <a:tabLst>
                <a:tab algn="l" pos="0"/>
              </a:tabLst>
            </a:pPr>
            <a:r>
              <a:rPr b="0" lang="en-US" sz="5200" strike="noStrike" u="none">
                <a:solidFill>
                  <a:srgbClr val="000000"/>
                </a:solidFill>
                <a:effectLst/>
                <a:uFillTx/>
                <a:latin typeface="Calibri"/>
                <a:ea typeface="Hubot Sans Medium"/>
              </a:rPr>
              <a:t>Design and Analysis of TORPs</a:t>
            </a:r>
            <a:endParaRPr b="0" lang="fr-FR" sz="5200" strike="noStrike" u="none">
              <a:solidFill>
                <a:schemeClr val="dk1"/>
              </a:solidFill>
              <a:effectLst/>
              <a:uFillTx/>
              <a:latin typeface="Arial"/>
            </a:endParaRPr>
          </a:p>
        </p:txBody>
      </p:sp>
      <p:sp>
        <p:nvSpPr>
          <p:cNvPr id="112" name="PlaceHolder 2"/>
          <p:cNvSpPr>
            <a:spLocks noGrp="1"/>
          </p:cNvSpPr>
          <p:nvPr>
            <p:ph type="title"/>
          </p:nvPr>
        </p:nvSpPr>
        <p:spPr>
          <a:xfrm>
            <a:off x="228600" y="3400560"/>
            <a:ext cx="1238040" cy="1104480"/>
          </a:xfrm>
          <a:prstGeom prst="rect">
            <a:avLst/>
          </a:prstGeom>
          <a:noFill/>
          <a:ln w="0">
            <a:noFill/>
          </a:ln>
        </p:spPr>
        <p:txBody>
          <a:bodyPr lIns="91440" rIns="91440" tIns="91440" bIns="91440" anchor="b">
            <a:normAutofit fontScale="92500" lnSpcReduction="9999"/>
          </a:bodyPr>
          <a:p>
            <a:pPr indent="0">
              <a:lnSpc>
                <a:spcPct val="120000"/>
              </a:lnSpc>
              <a:buNone/>
              <a:tabLst>
                <a:tab algn="l" pos="0"/>
              </a:tabLst>
            </a:pPr>
            <a:r>
              <a:rPr b="0" lang="en-US" sz="6000" strike="noStrike" u="none">
                <a:solidFill>
                  <a:srgbClr val="ffffff"/>
                </a:solidFill>
                <a:effectLst/>
                <a:uFillTx/>
                <a:latin typeface="Calibri"/>
                <a:ea typeface="Hubot Sans Medium"/>
              </a:rPr>
              <a:t>03</a:t>
            </a:r>
            <a:endParaRPr b="0" lang="fr-FR" sz="6000" strike="noStrike" u="none">
              <a:solidFill>
                <a:schemeClr val="dk1"/>
              </a:solidFill>
              <a:effectLst/>
              <a:uFillTx/>
              <a:latin typeface="Arial"/>
            </a:endParaRPr>
          </a:p>
        </p:txBody>
      </p:sp>
      <p:sp>
        <p:nvSpPr>
          <p:cNvPr id="113" name="PlaceHolder 3"/>
          <p:cNvSpPr>
            <a:spLocks noGrp="1"/>
          </p:cNvSpPr>
          <p:nvPr>
            <p:ph type="subTitle"/>
          </p:nvPr>
        </p:nvSpPr>
        <p:spPr>
          <a:xfrm>
            <a:off x="2266920" y="409680"/>
            <a:ext cx="6447960" cy="628200"/>
          </a:xfrm>
          <a:prstGeom prst="rect">
            <a:avLst/>
          </a:prstGeom>
          <a:noFill/>
          <a:ln w="0">
            <a:noFill/>
          </a:ln>
        </p:spPr>
        <p:txBody>
          <a:bodyPr lIns="91440" rIns="91440" tIns="91440" bIns="91440" anchor="b">
            <a:normAutofit/>
          </a:bodyPr>
          <a:p>
            <a:pPr indent="0" algn="ctr">
              <a:buNone/>
            </a:pPr>
            <a:endParaRPr b="0" lang="en-US" sz="1400" strike="noStrike" u="none">
              <a:solidFill>
                <a:schemeClr val="dk1"/>
              </a:solidFill>
              <a:effectLst/>
              <a:uFillTx/>
              <a:latin typeface="Work Sans"/>
              <a:ea typeface="Work San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228600" y="1209600"/>
            <a:ext cx="4323960" cy="571320"/>
          </a:xfrm>
          <a:prstGeom prst="rect">
            <a:avLst/>
          </a:prstGeom>
          <a:noFill/>
          <a:ln w="0">
            <a:noFill/>
          </a:ln>
        </p:spPr>
        <p:txBody>
          <a:bodyPr lIns="91440" rIns="91440" tIns="91440" bIns="91440" anchor="b">
            <a:normAutofit fontScale="85000" lnSpcReduction="9999"/>
          </a:bodyPr>
          <a:p>
            <a:pPr indent="0">
              <a:lnSpc>
                <a:spcPct val="120000"/>
              </a:lnSpc>
              <a:buNone/>
              <a:tabLst>
                <a:tab algn="l" pos="0"/>
              </a:tabLst>
            </a:pPr>
            <a:r>
              <a:rPr b="0" lang="en-US" sz="2600" strike="noStrike" u="none">
                <a:solidFill>
                  <a:srgbClr val="000000"/>
                </a:solidFill>
                <a:effectLst/>
                <a:uFillTx/>
                <a:latin typeface="Calibri"/>
                <a:ea typeface="Hubot Sans Medium"/>
              </a:rPr>
              <a:t>CAD modeling and key design features</a:t>
            </a:r>
            <a:endParaRPr b="0" lang="fr-FR" sz="2600" strike="noStrike" u="none">
              <a:solidFill>
                <a:schemeClr val="dk1"/>
              </a:solidFill>
              <a:effectLst/>
              <a:uFillTx/>
              <a:latin typeface="Arial"/>
            </a:endParaRPr>
          </a:p>
        </p:txBody>
      </p:sp>
      <p:sp>
        <p:nvSpPr>
          <p:cNvPr id="115" name="PlaceHolder 2"/>
          <p:cNvSpPr>
            <a:spLocks noGrp="1"/>
          </p:cNvSpPr>
          <p:nvPr>
            <p:ph type="subTitle"/>
          </p:nvPr>
        </p:nvSpPr>
        <p:spPr>
          <a:xfrm>
            <a:off x="228600" y="1781280"/>
            <a:ext cx="4323960" cy="21618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Designed in Fusion 360, the TORP includes a footplate, shaft, and head with precise dimensions optimized for light weight, smooth surface, and manufacturability.</a:t>
            </a:r>
            <a:endParaRPr b="0" lang="en-US" sz="1200" strike="noStrike" u="none">
              <a:solidFill>
                <a:srgbClr val="000000"/>
              </a:solidFill>
              <a:effectLst/>
              <a:uFillTx/>
              <a:latin typeface="OpenSymbol"/>
            </a:endParaRPr>
          </a:p>
        </p:txBody>
      </p:sp>
      <p:sp>
        <p:nvSpPr>
          <p:cNvPr id="116" name="Google Shape;224;p32" title="scenes-people-work.jpg"/>
          <p:cNvSpPr/>
          <p:nvPr/>
        </p:nvSpPr>
        <p:spPr>
          <a:xfrm>
            <a:off x="5473080" y="228600"/>
            <a:ext cx="3441960" cy="4663080"/>
          </a:xfrm>
          <a:prstGeom prst="roundRect">
            <a:avLst>
              <a:gd name="adj" fmla="val 16667"/>
            </a:avLst>
          </a:prstGeom>
          <a:blipFill rotWithShape="0">
            <a:blip r:embed="rId1"/>
            <a:srcRect/>
            <a:stretch/>
          </a:blipFill>
          <a:ln w="19050">
            <a:solidFill>
              <a:srgbClr val="fea86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228600" y="266760"/>
            <a:ext cx="4304880" cy="2057040"/>
          </a:xfrm>
          <a:prstGeom prst="rect">
            <a:avLst/>
          </a:prstGeom>
          <a:noFill/>
          <a:ln w="0">
            <a:noFill/>
          </a:ln>
        </p:spPr>
        <p:txBody>
          <a:bodyPr lIns="91440" rIns="91440" tIns="91440" bIns="91440" anchor="b">
            <a:normAutofit/>
          </a:bodyPr>
          <a:p>
            <a:pPr indent="0">
              <a:lnSpc>
                <a:spcPct val="120000"/>
              </a:lnSpc>
              <a:buNone/>
              <a:tabLst>
                <a:tab algn="l" pos="0"/>
              </a:tabLst>
            </a:pPr>
            <a:r>
              <a:rPr b="0" lang="en-US" sz="2600" strike="noStrike" u="none">
                <a:solidFill>
                  <a:srgbClr val="000000"/>
                </a:solidFill>
                <a:effectLst/>
                <a:uFillTx/>
                <a:latin typeface="Calibri"/>
                <a:ea typeface="Hubot Sans Medium"/>
              </a:rPr>
              <a:t>Material selection and properties</a:t>
            </a:r>
            <a:endParaRPr b="0" lang="fr-FR" sz="2600" strike="noStrike" u="none">
              <a:solidFill>
                <a:schemeClr val="dk1"/>
              </a:solidFill>
              <a:effectLst/>
              <a:uFillTx/>
              <a:latin typeface="Arial"/>
            </a:endParaRPr>
          </a:p>
        </p:txBody>
      </p:sp>
      <p:sp>
        <p:nvSpPr>
          <p:cNvPr id="118" name="PlaceHolder 2"/>
          <p:cNvSpPr>
            <a:spLocks noGrp="1"/>
          </p:cNvSpPr>
          <p:nvPr>
            <p:ph type="subTitle"/>
          </p:nvPr>
        </p:nvSpPr>
        <p:spPr>
          <a:xfrm>
            <a:off x="2876400" y="2543040"/>
            <a:ext cx="6038640" cy="20570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The Ti-6Al-4V titanium alloy was chosen for its </a:t>
            </a:r>
            <a:r>
              <a:rPr b="1" lang="en-US" sz="1200" strike="noStrike" u="none">
                <a:solidFill>
                  <a:srgbClr val="000000"/>
                </a:solidFill>
                <a:effectLst/>
                <a:uFillTx/>
                <a:latin typeface="Calibri"/>
                <a:ea typeface="Work Sans"/>
              </a:rPr>
              <a:t>high strength-to-weight ratio</a:t>
            </a:r>
            <a:r>
              <a:rPr b="0" lang="en-US" sz="1200" strike="noStrike" u="none">
                <a:solidFill>
                  <a:srgbClr val="000000"/>
                </a:solidFill>
                <a:effectLst/>
                <a:uFillTx/>
                <a:latin typeface="Calibri"/>
                <a:ea typeface="Work Sans"/>
              </a:rPr>
              <a:t>, corrosion resistance, and excellent biocompatibility, making it ideal for implant applications.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228600" y="266760"/>
            <a:ext cx="4304880" cy="2057040"/>
          </a:xfrm>
          <a:prstGeom prst="rect">
            <a:avLst/>
          </a:prstGeom>
          <a:noFill/>
          <a:ln w="0">
            <a:noFill/>
          </a:ln>
        </p:spPr>
        <p:txBody>
          <a:bodyPr lIns="91440" rIns="91440" tIns="91440" bIns="91440" anchor="b">
            <a:normAutofit/>
          </a:bodyPr>
          <a:p>
            <a:pPr indent="0">
              <a:lnSpc>
                <a:spcPct val="120000"/>
              </a:lnSpc>
              <a:buNone/>
              <a:tabLst>
                <a:tab algn="l" pos="0"/>
              </a:tabLst>
            </a:pPr>
            <a:r>
              <a:rPr b="0" lang="en-US" sz="2600" strike="noStrike" u="none">
                <a:solidFill>
                  <a:srgbClr val="000000"/>
                </a:solidFill>
                <a:effectLst/>
                <a:uFillTx/>
                <a:latin typeface="Calibri"/>
                <a:ea typeface="Hubot Sans Medium"/>
              </a:rPr>
              <a:t>Simulation methodologies and analysis results</a:t>
            </a:r>
            <a:endParaRPr b="0" lang="fr-FR" sz="2600" strike="noStrike" u="none">
              <a:solidFill>
                <a:schemeClr val="dk1"/>
              </a:solidFill>
              <a:effectLst/>
              <a:uFillTx/>
              <a:latin typeface="Arial"/>
            </a:endParaRPr>
          </a:p>
        </p:txBody>
      </p:sp>
      <p:sp>
        <p:nvSpPr>
          <p:cNvPr id="120" name="PlaceHolder 2"/>
          <p:cNvSpPr>
            <a:spLocks noGrp="1"/>
          </p:cNvSpPr>
          <p:nvPr>
            <p:ph type="subTitle"/>
          </p:nvPr>
        </p:nvSpPr>
        <p:spPr>
          <a:xfrm>
            <a:off x="2876400" y="2543040"/>
            <a:ext cx="6038640" cy="20570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Static and modal analyses showed negligible displacement, stresses well below yield strength, and natural frequencies (7.4 kHz–188 kHz) above the hearing range, confirming design safety and avoiding resonance.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228600" y="1209600"/>
            <a:ext cx="4323960" cy="571320"/>
          </a:xfrm>
          <a:prstGeom prst="rect">
            <a:avLst/>
          </a:prstGeom>
          <a:noFill/>
          <a:ln w="0">
            <a:noFill/>
          </a:ln>
        </p:spPr>
        <p:txBody>
          <a:bodyPr lIns="91440" rIns="91440" tIns="91440" bIns="91440" anchor="b">
            <a:normAutofit fontScale="92500" lnSpcReduction="19999"/>
          </a:bodyPr>
          <a:p>
            <a:pPr indent="0">
              <a:lnSpc>
                <a:spcPct val="120000"/>
              </a:lnSpc>
              <a:buNone/>
              <a:tabLst>
                <a:tab algn="l" pos="0"/>
              </a:tabLst>
            </a:pPr>
            <a:r>
              <a:rPr b="0" lang="en-US" sz="2600" strike="noStrike" u="none">
                <a:solidFill>
                  <a:srgbClr val="000000"/>
                </a:solidFill>
                <a:effectLst/>
                <a:uFillTx/>
                <a:latin typeface="Calibri"/>
                <a:ea typeface="Hubot Sans Medium"/>
              </a:rPr>
              <a:t>Conclusions</a:t>
            </a:r>
            <a:endParaRPr b="0" lang="fr-FR" sz="2600" strike="noStrike" u="none">
              <a:solidFill>
                <a:schemeClr val="dk1"/>
              </a:solidFill>
              <a:effectLst/>
              <a:uFillTx/>
              <a:latin typeface="Arial"/>
            </a:endParaRPr>
          </a:p>
        </p:txBody>
      </p:sp>
      <p:sp>
        <p:nvSpPr>
          <p:cNvPr id="122" name="PlaceHolder 2"/>
          <p:cNvSpPr>
            <a:spLocks noGrp="1"/>
          </p:cNvSpPr>
          <p:nvPr>
            <p:ph type="subTitle"/>
          </p:nvPr>
        </p:nvSpPr>
        <p:spPr>
          <a:xfrm>
            <a:off x="228600" y="1781280"/>
            <a:ext cx="4323960" cy="21618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The TORP design is safe, reliable, and suitable for further development. It provides a strong foundation for prototyping, validation, and future clinical applications.</a:t>
            </a:r>
            <a:endParaRPr b="0" lang="en-US" sz="1200" strike="noStrike" u="none">
              <a:solidFill>
                <a:srgbClr val="000000"/>
              </a:solidFill>
              <a:effectLst/>
              <a:uFillTx/>
              <a:latin typeface="OpenSymbol"/>
            </a:endParaRPr>
          </a:p>
        </p:txBody>
      </p:sp>
      <p:sp>
        <p:nvSpPr>
          <p:cNvPr id="123" name="Google Shape;224;p32" title="scenes-people-work.jpg"/>
          <p:cNvSpPr/>
          <p:nvPr/>
        </p:nvSpPr>
        <p:spPr>
          <a:xfrm>
            <a:off x="5473080" y="228600"/>
            <a:ext cx="3441960" cy="4663080"/>
          </a:xfrm>
          <a:prstGeom prst="roundRect">
            <a:avLst>
              <a:gd name="adj" fmla="val 16667"/>
            </a:avLst>
          </a:prstGeom>
          <a:blipFill rotWithShape="0">
            <a:blip r:embed="rId1"/>
            <a:srcRect/>
            <a:stretch/>
          </a:blipFill>
          <a:ln w="19050">
            <a:solidFill>
              <a:srgbClr val="fea86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228600" y="2676600"/>
            <a:ext cx="5343120" cy="110448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rgbClr val="000000"/>
                </a:solidFill>
                <a:effectLst/>
                <a:uFillTx/>
                <a:latin typeface="Calibri"/>
                <a:ea typeface="Hubot Sans Medium"/>
              </a:rPr>
              <a:t>Thank you!</a:t>
            </a:r>
            <a:endParaRPr b="0" lang="fr-FR" sz="1200" strike="noStrike" u="none">
              <a:solidFill>
                <a:schemeClr val="dk1"/>
              </a:solidFill>
              <a:effectLst/>
              <a:uFillTx/>
              <a:latin typeface="Arial"/>
            </a:endParaRPr>
          </a:p>
        </p:txBody>
      </p:sp>
      <p:sp>
        <p:nvSpPr>
          <p:cNvPr id="125" name="PlaceHolder 2"/>
          <p:cNvSpPr>
            <a:spLocks noGrp="1"/>
          </p:cNvSpPr>
          <p:nvPr>
            <p:ph type="subTitle"/>
          </p:nvPr>
        </p:nvSpPr>
        <p:spPr>
          <a:xfrm>
            <a:off x="228600" y="3705120"/>
            <a:ext cx="4924080" cy="10472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rgbClr val="000000"/>
                </a:solidFill>
                <a:effectLst/>
                <a:uFillTx/>
                <a:latin typeface="Calibri"/>
                <a:ea typeface="Work Sans"/>
              </a:rPr>
              <a:t>Do you have any questions?</a:t>
            </a:r>
            <a:endParaRPr b="0" lang="en-US" sz="1200" strike="noStrike" u="none">
              <a:solidFill>
                <a:srgbClr val="000000"/>
              </a:solidFill>
              <a:effectLst/>
              <a:uFillTx/>
              <a:latin typeface="OpenSymbol"/>
            </a:endParaRPr>
          </a:p>
        </p:txBody>
      </p:sp>
      <p:sp>
        <p:nvSpPr>
          <p:cNvPr id="126" name="Google Shape;335;p42"/>
          <p:cNvSpPr/>
          <p:nvPr/>
        </p:nvSpPr>
        <p:spPr>
          <a:xfrm>
            <a:off x="6429240" y="1324080"/>
            <a:ext cx="2428560" cy="151920"/>
          </a:xfrm>
          <a:prstGeom prst="rect">
            <a:avLst/>
          </a:prstGeom>
          <a:noFill/>
          <a:ln w="0">
            <a:noFill/>
          </a:ln>
        </p:spPr>
        <p:style>
          <a:lnRef idx="0"/>
          <a:fillRef idx="0"/>
          <a:effectRef idx="0"/>
          <a:fontRef idx="minor"/>
        </p:style>
        <p:txBody>
          <a:bodyPr lIns="0" rIns="0" tIns="0" bIns="0" anchor="t">
            <a:normAutofit fontScale="85000" lnSpcReduction="19999"/>
          </a:bodyPr>
          <a:p>
            <a:pPr defTabSz="914400">
              <a:lnSpc>
                <a:spcPct val="120000"/>
              </a:lnSpc>
              <a:tabLst>
                <a:tab algn="l" pos="0"/>
              </a:tabLst>
            </a:pPr>
            <a:r>
              <a:rPr b="0" lang="en-US" sz="1200" strike="noStrike" u="none">
                <a:solidFill>
                  <a:srgbClr val="000000"/>
                </a:solidFill>
                <a:effectLst/>
                <a:uFillTx/>
                <a:latin typeface="Work Sans"/>
              </a:rPr>
              <a:t>+00 000 000 000</a:t>
            </a:r>
            <a:endParaRPr b="0" lang="en-US" sz="1200" strike="noStrike" u="none">
              <a:solidFill>
                <a:srgbClr val="000000"/>
              </a:solidFill>
              <a:effectLst/>
              <a:uFillTx/>
              <a:latin typeface="OpenSymbol"/>
            </a:endParaRPr>
          </a:p>
        </p:txBody>
      </p:sp>
      <p:grpSp>
        <p:nvGrpSpPr>
          <p:cNvPr id="127" name="Google Shape;336;p42"/>
          <p:cNvGrpSpPr/>
          <p:nvPr/>
        </p:nvGrpSpPr>
        <p:grpSpPr>
          <a:xfrm>
            <a:off x="304920" y="697320"/>
            <a:ext cx="2003760" cy="366480"/>
            <a:chOff x="304920" y="697320"/>
            <a:chExt cx="2003760" cy="366480"/>
          </a:xfrm>
        </p:grpSpPr>
        <p:sp>
          <p:nvSpPr>
            <p:cNvPr id="128" name="Google Shape;337;p42"/>
            <p:cNvSpPr/>
            <p:nvPr/>
          </p:nvSpPr>
          <p:spPr>
            <a:xfrm>
              <a:off x="304920" y="697680"/>
              <a:ext cx="365040" cy="365400"/>
            </a:xfrm>
            <a:custGeom>
              <a:avLst/>
              <a:gdLst>
                <a:gd name="textAreaLeft" fmla="*/ 0 w 365040"/>
                <a:gd name="textAreaRight" fmla="*/ 365400 w 365040"/>
                <a:gd name="textAreaTop" fmla="*/ 0 h 365400"/>
                <a:gd name="textAreaBottom" fmla="*/ 365760 h 3654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29" name="Google Shape;338;p42"/>
            <p:cNvGrpSpPr/>
            <p:nvPr/>
          </p:nvGrpSpPr>
          <p:grpSpPr>
            <a:xfrm>
              <a:off x="848880" y="697320"/>
              <a:ext cx="360720" cy="366480"/>
              <a:chOff x="848880" y="697320"/>
              <a:chExt cx="360720" cy="366480"/>
            </a:xfrm>
          </p:grpSpPr>
          <p:sp>
            <p:nvSpPr>
              <p:cNvPr id="130" name="Google Shape;339;p42"/>
              <p:cNvSpPr/>
              <p:nvPr/>
            </p:nvSpPr>
            <p:spPr>
              <a:xfrm>
                <a:off x="848880" y="697320"/>
                <a:ext cx="360720" cy="366480"/>
              </a:xfrm>
              <a:custGeom>
                <a:avLst/>
                <a:gdLst>
                  <a:gd name="textAreaLeft" fmla="*/ 0 w 360720"/>
                  <a:gd name="textAreaRight" fmla="*/ 361080 w 360720"/>
                  <a:gd name="textAreaTop" fmla="*/ 0 h 366480"/>
                  <a:gd name="textAreaBottom" fmla="*/ 366840 h 36648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1" name="Google Shape;340;p42"/>
              <p:cNvSpPr/>
              <p:nvPr/>
            </p:nvSpPr>
            <p:spPr>
              <a:xfrm>
                <a:off x="916560" y="766440"/>
                <a:ext cx="224280" cy="228240"/>
              </a:xfrm>
              <a:custGeom>
                <a:avLst/>
                <a:gdLst>
                  <a:gd name="textAreaLeft" fmla="*/ 0 w 224280"/>
                  <a:gd name="textAreaRight" fmla="*/ 224640 w 224280"/>
                  <a:gd name="textAreaTop" fmla="*/ 0 h 228240"/>
                  <a:gd name="textAreaBottom" fmla="*/ 228600 h 22824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2" name="Google Shape;341;p42"/>
              <p:cNvSpPr/>
              <p:nvPr/>
            </p:nvSpPr>
            <p:spPr>
              <a:xfrm>
                <a:off x="968760" y="820800"/>
                <a:ext cx="119520" cy="119160"/>
              </a:xfrm>
              <a:custGeom>
                <a:avLst/>
                <a:gdLst>
                  <a:gd name="textAreaLeft" fmla="*/ 0 w 119520"/>
                  <a:gd name="textAreaRight" fmla="*/ 119880 w 119520"/>
                  <a:gd name="textAreaTop" fmla="*/ 0 h 119160"/>
                  <a:gd name="textAreaBottom" fmla="*/ 119520 h 11916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59760" bIns="59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3" name="Google Shape;342;p42"/>
              <p:cNvSpPr/>
              <p:nvPr/>
            </p:nvSpPr>
            <p:spPr>
              <a:xfrm>
                <a:off x="1074600" y="79560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4" name="Google Shape;343;p42"/>
            <p:cNvGrpSpPr/>
            <p:nvPr/>
          </p:nvGrpSpPr>
          <p:grpSpPr>
            <a:xfrm>
              <a:off x="1403640" y="697320"/>
              <a:ext cx="366480" cy="366480"/>
              <a:chOff x="1403640" y="697320"/>
              <a:chExt cx="366480" cy="366480"/>
            </a:xfrm>
          </p:grpSpPr>
          <p:sp>
            <p:nvSpPr>
              <p:cNvPr id="135" name="Google Shape;344;p42"/>
              <p:cNvSpPr/>
              <p:nvPr/>
            </p:nvSpPr>
            <p:spPr>
              <a:xfrm>
                <a:off x="1403640" y="697320"/>
                <a:ext cx="366480" cy="366480"/>
              </a:xfrm>
              <a:custGeom>
                <a:avLst/>
                <a:gdLst>
                  <a:gd name="textAreaLeft" fmla="*/ 0 w 366480"/>
                  <a:gd name="textAreaRight" fmla="*/ 366840 w 366480"/>
                  <a:gd name="textAreaTop" fmla="*/ 0 h 366480"/>
                  <a:gd name="textAreaBottom" fmla="*/ 366840 h 36648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6" name="Google Shape;345;p42"/>
              <p:cNvSpPr/>
              <p:nvPr/>
            </p:nvSpPr>
            <p:spPr>
              <a:xfrm>
                <a:off x="1487880" y="844200"/>
                <a:ext cx="50400" cy="127440"/>
              </a:xfrm>
              <a:custGeom>
                <a:avLst/>
                <a:gdLst>
                  <a:gd name="textAreaLeft" fmla="*/ 0 w 50400"/>
                  <a:gd name="textAreaRight" fmla="*/ 50760 w 50400"/>
                  <a:gd name="textAreaTop" fmla="*/ 0 h 127440"/>
                  <a:gd name="textAreaBottom" fmla="*/ 127800 h 1274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63720" bIns="63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7" name="Google Shape;346;p42"/>
              <p:cNvSpPr/>
              <p:nvPr/>
            </p:nvSpPr>
            <p:spPr>
              <a:xfrm>
                <a:off x="1480320" y="774360"/>
                <a:ext cx="57960" cy="57960"/>
              </a:xfrm>
              <a:custGeom>
                <a:avLst/>
                <a:gdLst>
                  <a:gd name="textAreaLeft" fmla="*/ 0 w 57960"/>
                  <a:gd name="textAreaRight" fmla="*/ 58320 w 57960"/>
                  <a:gd name="textAreaTop" fmla="*/ 0 h 57960"/>
                  <a:gd name="textAreaBottom" fmla="*/ 58320 h 5796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29160" bIns="29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8" name="Google Shape;347;p42"/>
              <p:cNvSpPr/>
              <p:nvPr/>
            </p:nvSpPr>
            <p:spPr>
              <a:xfrm>
                <a:off x="1564920" y="844200"/>
                <a:ext cx="135360" cy="127440"/>
              </a:xfrm>
              <a:custGeom>
                <a:avLst/>
                <a:gdLst>
                  <a:gd name="textAreaLeft" fmla="*/ 0 w 135360"/>
                  <a:gd name="textAreaRight" fmla="*/ 135720 w 135360"/>
                  <a:gd name="textAreaTop" fmla="*/ 0 h 127440"/>
                  <a:gd name="textAreaBottom" fmla="*/ 127800 h 1274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63720" bIns="63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9" name="Google Shape;348;p42"/>
            <p:cNvGrpSpPr/>
            <p:nvPr/>
          </p:nvGrpSpPr>
          <p:grpSpPr>
            <a:xfrm>
              <a:off x="1942200" y="697320"/>
              <a:ext cx="366480" cy="366480"/>
              <a:chOff x="1942200" y="697320"/>
              <a:chExt cx="366480" cy="366480"/>
            </a:xfrm>
          </p:grpSpPr>
          <p:sp>
            <p:nvSpPr>
              <p:cNvPr id="140" name="Google Shape;349;p42"/>
              <p:cNvSpPr/>
              <p:nvPr/>
            </p:nvSpPr>
            <p:spPr>
              <a:xfrm>
                <a:off x="2024280" y="776880"/>
                <a:ext cx="202680" cy="207360"/>
              </a:xfrm>
              <a:custGeom>
                <a:avLst/>
                <a:gdLst>
                  <a:gd name="textAreaLeft" fmla="*/ 0 w 202680"/>
                  <a:gd name="textAreaRight" fmla="*/ 203040 w 202680"/>
                  <a:gd name="textAreaTop" fmla="*/ 0 h 207360"/>
                  <a:gd name="textAreaBottom" fmla="*/ 207720 h 207360"/>
                </a:gdLst>
                <a:ahLst/>
                <a:cxnLst/>
                <a:rect l="textAreaLeft" t="textAreaTop" r="textAreaRight" b="textAreaBottom"/>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1" name="Google Shape;350;p42"/>
              <p:cNvSpPr/>
              <p:nvPr/>
            </p:nvSpPr>
            <p:spPr>
              <a:xfrm>
                <a:off x="1942200" y="697320"/>
                <a:ext cx="366480" cy="366480"/>
              </a:xfrm>
              <a:custGeom>
                <a:avLst/>
                <a:gdLst>
                  <a:gd name="textAreaLeft" fmla="*/ 0 w 366480"/>
                  <a:gd name="textAreaRight" fmla="*/ 366840 w 366480"/>
                  <a:gd name="textAreaTop" fmla="*/ 0 h 366480"/>
                  <a:gd name="textAreaBottom" fmla="*/ 366840 h 36648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2025-09-05T16:36:22Z</dcterms:created>
  <dc:creator>Unknown Creator</dc:creator>
  <dc:description/>
  <dc:language>en-US</dc:language>
  <cp:lastModifiedBy>Unknown Creator</cp:lastModifiedBy>
  <dcterms:modified xsi:type="dcterms:W3CDTF">2025-09-05T16:36:22Z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17</vt:r8>
  </property>
</Properties>
</file>